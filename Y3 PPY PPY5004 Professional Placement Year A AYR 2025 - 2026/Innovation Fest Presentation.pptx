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sldIdLst>
    <p:sldId id="256" r:id="rId5"/>
    <p:sldId id="257" r:id="rId6"/>
    <p:sldId id="258" r:id="rId7"/>
    <p:sldId id="259" r:id="rId8"/>
    <p:sldId id="264" r:id="rId9"/>
    <p:sldId id="260" r:id="rId10"/>
    <p:sldId id="261" r:id="rId11"/>
    <p:sldId id="262" r:id="rId12"/>
    <p:sldId id="265" r:id="rId13"/>
    <p:sldId id="266" r:id="rId14"/>
    <p:sldId id="267" r:id="rId15"/>
    <p:sldId id="26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7EF"/>
    <a:srgbClr val="F2F2E6"/>
    <a:srgbClr val="F8FC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262DA2-3C30-40C7-85BC-0D816B832F3F}" v="18" dt="2026-05-21T08:03:47.7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39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per Popis" userId="3fb6790f-a39e-4523-937e-56570f00da48" providerId="ADAL" clId="{1E634B73-B50C-4ACC-8C00-A6EEAED64AEB}"/>
    <pc:docChg chg="undo custSel addSld delSld modSld">
      <pc:chgData name="Kacper Popis" userId="3fb6790f-a39e-4523-937e-56570f00da48" providerId="ADAL" clId="{1E634B73-B50C-4ACC-8C00-A6EEAED64AEB}" dt="2026-05-21T08:57:02.171" v="8224" actId="478"/>
      <pc:docMkLst>
        <pc:docMk/>
      </pc:docMkLst>
      <pc:sldChg chg="delSp mod">
        <pc:chgData name="Kacper Popis" userId="3fb6790f-a39e-4523-937e-56570f00da48" providerId="ADAL" clId="{1E634B73-B50C-4ACC-8C00-A6EEAED64AEB}" dt="2026-05-21T08:57:02.171" v="8224" actId="478"/>
        <pc:sldMkLst>
          <pc:docMk/>
          <pc:sldMk cId="3594190407" sldId="256"/>
        </pc:sldMkLst>
        <pc:spChg chg="del">
          <ac:chgData name="Kacper Popis" userId="3fb6790f-a39e-4523-937e-56570f00da48" providerId="ADAL" clId="{1E634B73-B50C-4ACC-8C00-A6EEAED64AEB}" dt="2026-05-21T08:57:02.171" v="8224" actId="478"/>
          <ac:spMkLst>
            <pc:docMk/>
            <pc:sldMk cId="3594190407" sldId="256"/>
            <ac:spMk id="16" creationId="{FC54C432-6099-6F81-0ED6-4F88144D69F2}"/>
          </ac:spMkLst>
        </pc:spChg>
      </pc:sldChg>
      <pc:sldChg chg="modSp mod">
        <pc:chgData name="Kacper Popis" userId="3fb6790f-a39e-4523-937e-56570f00da48" providerId="ADAL" clId="{1E634B73-B50C-4ACC-8C00-A6EEAED64AEB}" dt="2026-05-20T07:04:49.690" v="426" actId="113"/>
        <pc:sldMkLst>
          <pc:docMk/>
          <pc:sldMk cId="165011621" sldId="257"/>
        </pc:sldMkLst>
        <pc:spChg chg="mod">
          <ac:chgData name="Kacper Popis" userId="3fb6790f-a39e-4523-937e-56570f00da48" providerId="ADAL" clId="{1E634B73-B50C-4ACC-8C00-A6EEAED64AEB}" dt="2026-05-20T07:04:49.690" v="426" actId="113"/>
          <ac:spMkLst>
            <pc:docMk/>
            <pc:sldMk cId="165011621" sldId="257"/>
            <ac:spMk id="3" creationId="{79A3BEDD-841B-7D52-63A0-0D8DC77347B2}"/>
          </ac:spMkLst>
        </pc:spChg>
      </pc:sldChg>
      <pc:sldChg chg="modSp add mod">
        <pc:chgData name="Kacper Popis" userId="3fb6790f-a39e-4523-937e-56570f00da48" providerId="ADAL" clId="{1E634B73-B50C-4ACC-8C00-A6EEAED64AEB}" dt="2026-05-20T13:57:33.878" v="1151" actId="20577"/>
        <pc:sldMkLst>
          <pc:docMk/>
          <pc:sldMk cId="1004986523" sldId="258"/>
        </pc:sldMkLst>
        <pc:spChg chg="mod">
          <ac:chgData name="Kacper Popis" userId="3fb6790f-a39e-4523-937e-56570f00da48" providerId="ADAL" clId="{1E634B73-B50C-4ACC-8C00-A6EEAED64AEB}" dt="2026-05-20T13:57:33.878" v="1151" actId="20577"/>
          <ac:spMkLst>
            <pc:docMk/>
            <pc:sldMk cId="1004986523" sldId="258"/>
            <ac:spMk id="3" creationId="{82DAE760-49D4-C8A5-D546-BAB220ED5A79}"/>
          </ac:spMkLst>
        </pc:spChg>
      </pc:sldChg>
      <pc:sldChg chg="new del">
        <pc:chgData name="Kacper Popis" userId="3fb6790f-a39e-4523-937e-56570f00da48" providerId="ADAL" clId="{1E634B73-B50C-4ACC-8C00-A6EEAED64AEB}" dt="2026-05-20T13:58:36.691" v="1153" actId="2696"/>
        <pc:sldMkLst>
          <pc:docMk/>
          <pc:sldMk cId="586788649" sldId="259"/>
        </pc:sldMkLst>
      </pc:sldChg>
      <pc:sldChg chg="addSp delSp modSp add mod">
        <pc:chgData name="Kacper Popis" userId="3fb6790f-a39e-4523-937e-56570f00da48" providerId="ADAL" clId="{1E634B73-B50C-4ACC-8C00-A6EEAED64AEB}" dt="2026-05-21T07:07:22.877" v="4175" actId="20577"/>
        <pc:sldMkLst>
          <pc:docMk/>
          <pc:sldMk cId="2444163124" sldId="259"/>
        </pc:sldMkLst>
        <pc:spChg chg="mod">
          <ac:chgData name="Kacper Popis" userId="3fb6790f-a39e-4523-937e-56570f00da48" providerId="ADAL" clId="{1E634B73-B50C-4ACC-8C00-A6EEAED64AEB}" dt="2026-05-20T18:50:53.241" v="1178" actId="20577"/>
          <ac:spMkLst>
            <pc:docMk/>
            <pc:sldMk cId="2444163124" sldId="259"/>
            <ac:spMk id="2" creationId="{6960DA93-02A9-504C-77E3-9E84183F04BD}"/>
          </ac:spMkLst>
        </pc:spChg>
        <pc:spChg chg="mod">
          <ac:chgData name="Kacper Popis" userId="3fb6790f-a39e-4523-937e-56570f00da48" providerId="ADAL" clId="{1E634B73-B50C-4ACC-8C00-A6EEAED64AEB}" dt="2026-05-21T07:07:22.877" v="4175" actId="20577"/>
          <ac:spMkLst>
            <pc:docMk/>
            <pc:sldMk cId="2444163124" sldId="259"/>
            <ac:spMk id="3" creationId="{DCBCD69D-E6DC-5EB6-560C-9CDA0095764C}"/>
          </ac:spMkLst>
        </pc:spChg>
        <pc:spChg chg="add del mod">
          <ac:chgData name="Kacper Popis" userId="3fb6790f-a39e-4523-937e-56570f00da48" providerId="ADAL" clId="{1E634B73-B50C-4ACC-8C00-A6EEAED64AEB}" dt="2026-05-20T18:58:33.396" v="1228" actId="478"/>
          <ac:spMkLst>
            <pc:docMk/>
            <pc:sldMk cId="2444163124" sldId="259"/>
            <ac:spMk id="4" creationId="{3E6F1F8E-C4B8-B534-CA33-AAD387B24CEF}"/>
          </ac:spMkLst>
        </pc:spChg>
        <pc:spChg chg="add del mod">
          <ac:chgData name="Kacper Popis" userId="3fb6790f-a39e-4523-937e-56570f00da48" providerId="ADAL" clId="{1E634B73-B50C-4ACC-8C00-A6EEAED64AEB}" dt="2026-05-20T18:55:48.291" v="1197"/>
          <ac:spMkLst>
            <pc:docMk/>
            <pc:sldMk cId="2444163124" sldId="259"/>
            <ac:spMk id="8" creationId="{C1F5BBA7-D1DF-6243-84D1-3695E687831F}"/>
          </ac:spMkLst>
        </pc:spChg>
        <pc:spChg chg="add mod">
          <ac:chgData name="Kacper Popis" userId="3fb6790f-a39e-4523-937e-56570f00da48" providerId="ADAL" clId="{1E634B73-B50C-4ACC-8C00-A6EEAED64AEB}" dt="2026-05-21T07:04:27.549" v="3733" actId="20577"/>
          <ac:spMkLst>
            <pc:docMk/>
            <pc:sldMk cId="2444163124" sldId="259"/>
            <ac:spMk id="9" creationId="{AD33ED3A-F1C2-817A-9ABA-F1B247BB146B}"/>
          </ac:spMkLst>
        </pc:spChg>
        <pc:spChg chg="add mod">
          <ac:chgData name="Kacper Popis" userId="3fb6790f-a39e-4523-937e-56570f00da48" providerId="ADAL" clId="{1E634B73-B50C-4ACC-8C00-A6EEAED64AEB}" dt="2026-05-20T18:59:49.901" v="1293" actId="2711"/>
          <ac:spMkLst>
            <pc:docMk/>
            <pc:sldMk cId="2444163124" sldId="259"/>
            <ac:spMk id="10" creationId="{B01B3F5A-F8EA-6FD7-11AA-38F7DA4E9165}"/>
          </ac:spMkLst>
        </pc:spChg>
        <pc:spChg chg="add mod">
          <ac:chgData name="Kacper Popis" userId="3fb6790f-a39e-4523-937e-56570f00da48" providerId="ADAL" clId="{1E634B73-B50C-4ACC-8C00-A6EEAED64AEB}" dt="2026-05-20T19:39:09.197" v="1382" actId="1076"/>
          <ac:spMkLst>
            <pc:docMk/>
            <pc:sldMk cId="2444163124" sldId="259"/>
            <ac:spMk id="13" creationId="{919D286D-5656-AB74-1E5A-4D070E72FEB6}"/>
          </ac:spMkLst>
        </pc:spChg>
        <pc:picChg chg="add del mod">
          <ac:chgData name="Kacper Popis" userId="3fb6790f-a39e-4523-937e-56570f00da48" providerId="ADAL" clId="{1E634B73-B50C-4ACC-8C00-A6EEAED64AEB}" dt="2026-05-20T18:55:01.269" v="1190" actId="478"/>
          <ac:picMkLst>
            <pc:docMk/>
            <pc:sldMk cId="2444163124" sldId="259"/>
            <ac:picMk id="7" creationId="{B4A325C8-AFCD-A2D4-701C-D1B91CEE2275}"/>
          </ac:picMkLst>
        </pc:picChg>
        <pc:cxnChg chg="add mod">
          <ac:chgData name="Kacper Popis" userId="3fb6790f-a39e-4523-937e-56570f00da48" providerId="ADAL" clId="{1E634B73-B50C-4ACC-8C00-A6EEAED64AEB}" dt="2026-05-20T18:59:35.657" v="1290" actId="1076"/>
          <ac:cxnSpMkLst>
            <pc:docMk/>
            <pc:sldMk cId="2444163124" sldId="259"/>
            <ac:cxnSpMk id="12" creationId="{4702CADF-FD3D-66D2-DD14-27BE7E78CF33}"/>
          </ac:cxnSpMkLst>
        </pc:cxnChg>
        <pc:cxnChg chg="add mod">
          <ac:chgData name="Kacper Popis" userId="3fb6790f-a39e-4523-937e-56570f00da48" providerId="ADAL" clId="{1E634B73-B50C-4ACC-8C00-A6EEAED64AEB}" dt="2026-05-20T19:00:07.474" v="1301" actId="1076"/>
          <ac:cxnSpMkLst>
            <pc:docMk/>
            <pc:sldMk cId="2444163124" sldId="259"/>
            <ac:cxnSpMk id="14" creationId="{DEF17019-FD44-AC8D-94A5-8974F9CB4532}"/>
          </ac:cxnSpMkLst>
        </pc:cxnChg>
      </pc:sldChg>
      <pc:sldChg chg="new del">
        <pc:chgData name="Kacper Popis" userId="3fb6790f-a39e-4523-937e-56570f00da48" providerId="ADAL" clId="{1E634B73-B50C-4ACC-8C00-A6EEAED64AEB}" dt="2026-05-20T19:42:47.788" v="1384" actId="2696"/>
        <pc:sldMkLst>
          <pc:docMk/>
          <pc:sldMk cId="138432068" sldId="260"/>
        </pc:sldMkLst>
      </pc:sldChg>
      <pc:sldChg chg="delSp modSp add mod">
        <pc:chgData name="Kacper Popis" userId="3fb6790f-a39e-4523-937e-56570f00da48" providerId="ADAL" clId="{1E634B73-B50C-4ACC-8C00-A6EEAED64AEB}" dt="2026-05-21T07:33:06.163" v="5493" actId="20577"/>
        <pc:sldMkLst>
          <pc:docMk/>
          <pc:sldMk cId="2550713569" sldId="260"/>
        </pc:sldMkLst>
        <pc:spChg chg="mod">
          <ac:chgData name="Kacper Popis" userId="3fb6790f-a39e-4523-937e-56570f00da48" providerId="ADAL" clId="{1E634B73-B50C-4ACC-8C00-A6EEAED64AEB}" dt="2026-05-20T19:42:56.649" v="1399" actId="20577"/>
          <ac:spMkLst>
            <pc:docMk/>
            <pc:sldMk cId="2550713569" sldId="260"/>
            <ac:spMk id="2" creationId="{DC09D93C-562B-79CE-AEF4-46865A82881B}"/>
          </ac:spMkLst>
        </pc:spChg>
        <pc:spChg chg="mod">
          <ac:chgData name="Kacper Popis" userId="3fb6790f-a39e-4523-937e-56570f00da48" providerId="ADAL" clId="{1E634B73-B50C-4ACC-8C00-A6EEAED64AEB}" dt="2026-05-21T07:33:06.163" v="5493" actId="20577"/>
          <ac:spMkLst>
            <pc:docMk/>
            <pc:sldMk cId="2550713569" sldId="260"/>
            <ac:spMk id="3" creationId="{3E434084-9580-E0E7-FBE3-26053144E032}"/>
          </ac:spMkLst>
        </pc:spChg>
        <pc:spChg chg="del">
          <ac:chgData name="Kacper Popis" userId="3fb6790f-a39e-4523-937e-56570f00da48" providerId="ADAL" clId="{1E634B73-B50C-4ACC-8C00-A6EEAED64AEB}" dt="2026-05-21T07:29:10.965" v="4590" actId="478"/>
          <ac:spMkLst>
            <pc:docMk/>
            <pc:sldMk cId="2550713569" sldId="260"/>
            <ac:spMk id="9" creationId="{88EAB2C3-3B24-65B2-F2CE-B2F1C477C74D}"/>
          </ac:spMkLst>
        </pc:spChg>
        <pc:spChg chg="del mod">
          <ac:chgData name="Kacper Popis" userId="3fb6790f-a39e-4523-937e-56570f00da48" providerId="ADAL" clId="{1E634B73-B50C-4ACC-8C00-A6EEAED64AEB}" dt="2026-05-21T07:29:08.559" v="4589" actId="478"/>
          <ac:spMkLst>
            <pc:docMk/>
            <pc:sldMk cId="2550713569" sldId="260"/>
            <ac:spMk id="10" creationId="{74E0D7D6-850F-D00A-6A5D-A3CFB99F2AF3}"/>
          </ac:spMkLst>
        </pc:spChg>
        <pc:spChg chg="del">
          <ac:chgData name="Kacper Popis" userId="3fb6790f-a39e-4523-937e-56570f00da48" providerId="ADAL" clId="{1E634B73-B50C-4ACC-8C00-A6EEAED64AEB}" dt="2026-05-21T07:29:13.253" v="4592" actId="478"/>
          <ac:spMkLst>
            <pc:docMk/>
            <pc:sldMk cId="2550713569" sldId="260"/>
            <ac:spMk id="13" creationId="{34AA4877-0816-7F9B-4043-922C615A5FD8}"/>
          </ac:spMkLst>
        </pc:spChg>
        <pc:cxnChg chg="del">
          <ac:chgData name="Kacper Popis" userId="3fb6790f-a39e-4523-937e-56570f00da48" providerId="ADAL" clId="{1E634B73-B50C-4ACC-8C00-A6EEAED64AEB}" dt="2026-05-21T07:29:07.356" v="4588" actId="478"/>
          <ac:cxnSpMkLst>
            <pc:docMk/>
            <pc:sldMk cId="2550713569" sldId="260"/>
            <ac:cxnSpMk id="12" creationId="{9CD90647-87D8-904C-2EA0-242A14A9A99A}"/>
          </ac:cxnSpMkLst>
        </pc:cxnChg>
        <pc:cxnChg chg="del">
          <ac:chgData name="Kacper Popis" userId="3fb6790f-a39e-4523-937e-56570f00da48" providerId="ADAL" clId="{1E634B73-B50C-4ACC-8C00-A6EEAED64AEB}" dt="2026-05-21T07:29:12.228" v="4591" actId="478"/>
          <ac:cxnSpMkLst>
            <pc:docMk/>
            <pc:sldMk cId="2550713569" sldId="260"/>
            <ac:cxnSpMk id="14" creationId="{5FC613EE-727E-34BB-9DBF-5B90ED58E389}"/>
          </ac:cxnSpMkLst>
        </pc:cxnChg>
      </pc:sldChg>
      <pc:sldChg chg="addSp delSp modSp add mod">
        <pc:chgData name="Kacper Popis" userId="3fb6790f-a39e-4523-937e-56570f00da48" providerId="ADAL" clId="{1E634B73-B50C-4ACC-8C00-A6EEAED64AEB}" dt="2026-05-21T07:44:18.713" v="6935" actId="20577"/>
        <pc:sldMkLst>
          <pc:docMk/>
          <pc:sldMk cId="4067079973" sldId="261"/>
        </pc:sldMkLst>
        <pc:spChg chg="mod">
          <ac:chgData name="Kacper Popis" userId="3fb6790f-a39e-4523-937e-56570f00da48" providerId="ADAL" clId="{1E634B73-B50C-4ACC-8C00-A6EEAED64AEB}" dt="2026-05-20T19:43:14.488" v="1412" actId="20577"/>
          <ac:spMkLst>
            <pc:docMk/>
            <pc:sldMk cId="4067079973" sldId="261"/>
            <ac:spMk id="2" creationId="{98D5F798-3C60-8745-0B79-018D550B8FDE}"/>
          </ac:spMkLst>
        </pc:spChg>
        <pc:spChg chg="del">
          <ac:chgData name="Kacper Popis" userId="3fb6790f-a39e-4523-937e-56570f00da48" providerId="ADAL" clId="{1E634B73-B50C-4ACC-8C00-A6EEAED64AEB}" dt="2026-05-21T07:33:14.880" v="5494" actId="478"/>
          <ac:spMkLst>
            <pc:docMk/>
            <pc:sldMk cId="4067079973" sldId="261"/>
            <ac:spMk id="3" creationId="{2AF29009-9C35-A95C-1C66-B46F61F1F087}"/>
          </ac:spMkLst>
        </pc:spChg>
        <pc:spChg chg="add mod ord">
          <ac:chgData name="Kacper Popis" userId="3fb6790f-a39e-4523-937e-56570f00da48" providerId="ADAL" clId="{1E634B73-B50C-4ACC-8C00-A6EEAED64AEB}" dt="2026-05-21T07:44:18.713" v="6935" actId="20577"/>
          <ac:spMkLst>
            <pc:docMk/>
            <pc:sldMk cId="4067079973" sldId="261"/>
            <ac:spMk id="6" creationId="{7B7AE5A9-4CF8-30AF-AB5B-7BC48B195031}"/>
          </ac:spMkLst>
        </pc:spChg>
        <pc:spChg chg="del">
          <ac:chgData name="Kacper Popis" userId="3fb6790f-a39e-4523-937e-56570f00da48" providerId="ADAL" clId="{1E634B73-B50C-4ACC-8C00-A6EEAED64AEB}" dt="2026-05-21T07:33:33.194" v="5499" actId="478"/>
          <ac:spMkLst>
            <pc:docMk/>
            <pc:sldMk cId="4067079973" sldId="261"/>
            <ac:spMk id="9" creationId="{00DD9532-EED8-AA18-AD81-48357E1EF23E}"/>
          </ac:spMkLst>
        </pc:spChg>
        <pc:spChg chg="del">
          <ac:chgData name="Kacper Popis" userId="3fb6790f-a39e-4523-937e-56570f00da48" providerId="ADAL" clId="{1E634B73-B50C-4ACC-8C00-A6EEAED64AEB}" dt="2026-05-21T07:33:17.698" v="5495" actId="478"/>
          <ac:spMkLst>
            <pc:docMk/>
            <pc:sldMk cId="4067079973" sldId="261"/>
            <ac:spMk id="10" creationId="{EDA61944-DAB9-DB27-E7B4-3FBF8B2B6D83}"/>
          </ac:spMkLst>
        </pc:spChg>
        <pc:spChg chg="del">
          <ac:chgData name="Kacper Popis" userId="3fb6790f-a39e-4523-937e-56570f00da48" providerId="ADAL" clId="{1E634B73-B50C-4ACC-8C00-A6EEAED64AEB}" dt="2026-05-21T07:33:21.754" v="5497" actId="478"/>
          <ac:spMkLst>
            <pc:docMk/>
            <pc:sldMk cId="4067079973" sldId="261"/>
            <ac:spMk id="13" creationId="{32A8BF4C-EFAB-8417-5226-D46E0346E9FA}"/>
          </ac:spMkLst>
        </pc:spChg>
        <pc:cxnChg chg="del">
          <ac:chgData name="Kacper Popis" userId="3fb6790f-a39e-4523-937e-56570f00da48" providerId="ADAL" clId="{1E634B73-B50C-4ACC-8C00-A6EEAED64AEB}" dt="2026-05-21T07:33:19.220" v="5496" actId="478"/>
          <ac:cxnSpMkLst>
            <pc:docMk/>
            <pc:sldMk cId="4067079973" sldId="261"/>
            <ac:cxnSpMk id="12" creationId="{94F585F7-BEB4-3465-DC8C-7FA696E5F981}"/>
          </ac:cxnSpMkLst>
        </pc:cxnChg>
        <pc:cxnChg chg="del">
          <ac:chgData name="Kacper Popis" userId="3fb6790f-a39e-4523-937e-56570f00da48" providerId="ADAL" clId="{1E634B73-B50C-4ACC-8C00-A6EEAED64AEB}" dt="2026-05-21T07:33:34.286" v="5500" actId="478"/>
          <ac:cxnSpMkLst>
            <pc:docMk/>
            <pc:sldMk cId="4067079973" sldId="261"/>
            <ac:cxnSpMk id="14" creationId="{EF5CD400-2EFC-3241-FFC1-3C1AB1681C51}"/>
          </ac:cxnSpMkLst>
        </pc:cxnChg>
      </pc:sldChg>
      <pc:sldChg chg="addSp delSp modSp add mod">
        <pc:chgData name="Kacper Popis" userId="3fb6790f-a39e-4523-937e-56570f00da48" providerId="ADAL" clId="{1E634B73-B50C-4ACC-8C00-A6EEAED64AEB}" dt="2026-05-21T08:35:15.827" v="7231" actId="1076"/>
        <pc:sldMkLst>
          <pc:docMk/>
          <pc:sldMk cId="2858028172" sldId="262"/>
        </pc:sldMkLst>
        <pc:spChg chg="mod">
          <ac:chgData name="Kacper Popis" userId="3fb6790f-a39e-4523-937e-56570f00da48" providerId="ADAL" clId="{1E634B73-B50C-4ACC-8C00-A6EEAED64AEB}" dt="2026-05-21T07:44:43.403" v="6963" actId="20577"/>
          <ac:spMkLst>
            <pc:docMk/>
            <pc:sldMk cId="2858028172" sldId="262"/>
            <ac:spMk id="2" creationId="{6EA8F238-C564-1864-8116-A1B7A08FF96A}"/>
          </ac:spMkLst>
        </pc:spChg>
        <pc:spChg chg="del">
          <ac:chgData name="Kacper Popis" userId="3fb6790f-a39e-4523-937e-56570f00da48" providerId="ADAL" clId="{1E634B73-B50C-4ACC-8C00-A6EEAED64AEB}" dt="2026-05-21T07:44:49.562" v="6966" actId="478"/>
          <ac:spMkLst>
            <pc:docMk/>
            <pc:sldMk cId="2858028172" sldId="262"/>
            <ac:spMk id="3" creationId="{4B02C79C-2734-C72C-232E-6087A8FF2FC0}"/>
          </ac:spMkLst>
        </pc:spChg>
        <pc:spChg chg="add del mod">
          <ac:chgData name="Kacper Popis" userId="3fb6790f-a39e-4523-937e-56570f00da48" providerId="ADAL" clId="{1E634B73-B50C-4ACC-8C00-A6EEAED64AEB}" dt="2026-05-21T07:44:50.888" v="6967" actId="478"/>
          <ac:spMkLst>
            <pc:docMk/>
            <pc:sldMk cId="2858028172" sldId="262"/>
            <ac:spMk id="8" creationId="{A4F97AFC-6807-FCC8-4E3F-F356E17B4F0D}"/>
          </ac:spMkLst>
        </pc:spChg>
        <pc:spChg chg="del">
          <ac:chgData name="Kacper Popis" userId="3fb6790f-a39e-4523-937e-56570f00da48" providerId="ADAL" clId="{1E634B73-B50C-4ACC-8C00-A6EEAED64AEB}" dt="2026-05-21T07:44:32.205" v="6939" actId="478"/>
          <ac:spMkLst>
            <pc:docMk/>
            <pc:sldMk cId="2858028172" sldId="262"/>
            <ac:spMk id="9" creationId="{28C71926-2EC2-ED79-90FB-143C0A909901}"/>
          </ac:spMkLst>
        </pc:spChg>
        <pc:spChg chg="add del">
          <ac:chgData name="Kacper Popis" userId="3fb6790f-a39e-4523-937e-56570f00da48" providerId="ADAL" clId="{1E634B73-B50C-4ACC-8C00-A6EEAED64AEB}" dt="2026-05-21T07:44:47.050" v="6964" actId="478"/>
          <ac:spMkLst>
            <pc:docMk/>
            <pc:sldMk cId="2858028172" sldId="262"/>
            <ac:spMk id="10" creationId="{828D38F8-AD91-4850-2F62-D6576BC7D18E}"/>
          </ac:spMkLst>
        </pc:spChg>
        <pc:spChg chg="del">
          <ac:chgData name="Kacper Popis" userId="3fb6790f-a39e-4523-937e-56570f00da48" providerId="ADAL" clId="{1E634B73-B50C-4ACC-8C00-A6EEAED64AEB}" dt="2026-05-21T07:44:35.041" v="6941" actId="478"/>
          <ac:spMkLst>
            <pc:docMk/>
            <pc:sldMk cId="2858028172" sldId="262"/>
            <ac:spMk id="13" creationId="{8A4EDA8F-99DB-4928-ECA8-EF66E70199B5}"/>
          </ac:spMkLst>
        </pc:spChg>
        <pc:spChg chg="add mod">
          <ac:chgData name="Kacper Popis" userId="3fb6790f-a39e-4523-937e-56570f00da48" providerId="ADAL" clId="{1E634B73-B50C-4ACC-8C00-A6EEAED64AEB}" dt="2026-05-21T08:03:37.567" v="7153" actId="1076"/>
          <ac:spMkLst>
            <pc:docMk/>
            <pc:sldMk cId="2858028172" sldId="262"/>
            <ac:spMk id="19" creationId="{2AE3CACB-9369-A8DA-FB0F-6CAD77C324A9}"/>
          </ac:spMkLst>
        </pc:spChg>
        <pc:spChg chg="add mod">
          <ac:chgData name="Kacper Popis" userId="3fb6790f-a39e-4523-937e-56570f00da48" providerId="ADAL" clId="{1E634B73-B50C-4ACC-8C00-A6EEAED64AEB}" dt="2026-05-21T08:35:15.827" v="7231" actId="1076"/>
          <ac:spMkLst>
            <pc:docMk/>
            <pc:sldMk cId="2858028172" sldId="262"/>
            <ac:spMk id="21" creationId="{2E8161F1-351E-572A-C426-8A1962A0BBAB}"/>
          </ac:spMkLst>
        </pc:spChg>
        <pc:picChg chg="add del mod">
          <ac:chgData name="Kacper Popis" userId="3fb6790f-a39e-4523-937e-56570f00da48" providerId="ADAL" clId="{1E634B73-B50C-4ACC-8C00-A6EEAED64AEB}" dt="2026-05-21T07:44:23.398" v="6936" actId="478"/>
          <ac:picMkLst>
            <pc:docMk/>
            <pc:sldMk cId="2858028172" sldId="262"/>
            <ac:picMk id="6" creationId="{36440A70-DFF5-8B1F-60D9-7A73721933C6}"/>
          </ac:picMkLst>
        </pc:picChg>
        <pc:picChg chg="add del">
          <ac:chgData name="Kacper Popis" userId="3fb6790f-a39e-4523-937e-56570f00da48" providerId="ADAL" clId="{1E634B73-B50C-4ACC-8C00-A6EEAED64AEB}" dt="2026-05-21T07:51:33.225" v="6969" actId="478"/>
          <ac:picMkLst>
            <pc:docMk/>
            <pc:sldMk cId="2858028172" sldId="262"/>
            <ac:picMk id="16" creationId="{16A484D5-DE9B-CC9F-E972-6453A1420118}"/>
          </ac:picMkLst>
        </pc:picChg>
        <pc:picChg chg="add mod">
          <ac:chgData name="Kacper Popis" userId="3fb6790f-a39e-4523-937e-56570f00da48" providerId="ADAL" clId="{1E634B73-B50C-4ACC-8C00-A6EEAED64AEB}" dt="2026-05-21T08:03:31.703" v="7152" actId="14100"/>
          <ac:picMkLst>
            <pc:docMk/>
            <pc:sldMk cId="2858028172" sldId="262"/>
            <ac:picMk id="18" creationId="{3F6A5781-85CF-2C60-5B2D-3DCF19425732}"/>
          </ac:picMkLst>
        </pc:picChg>
        <pc:picChg chg="add del mod">
          <ac:chgData name="Kacper Popis" userId="3fb6790f-a39e-4523-937e-56570f00da48" providerId="ADAL" clId="{1E634B73-B50C-4ACC-8C00-A6EEAED64AEB}" dt="2026-05-21T08:34:34.098" v="7225" actId="478"/>
          <ac:picMkLst>
            <pc:docMk/>
            <pc:sldMk cId="2858028172" sldId="262"/>
            <ac:picMk id="20" creationId="{8381866E-DC2E-9FCB-69E9-FC2F4FE5CBC0}"/>
          </ac:picMkLst>
        </pc:picChg>
        <pc:picChg chg="add mod ord">
          <ac:chgData name="Kacper Popis" userId="3fb6790f-a39e-4523-937e-56570f00da48" providerId="ADAL" clId="{1E634B73-B50C-4ACC-8C00-A6EEAED64AEB}" dt="2026-05-21T08:35:11.292" v="7230" actId="167"/>
          <ac:picMkLst>
            <pc:docMk/>
            <pc:sldMk cId="2858028172" sldId="262"/>
            <ac:picMk id="23" creationId="{280D4D44-8A00-52AE-202E-7176CA35E6EF}"/>
          </ac:picMkLst>
        </pc:picChg>
        <pc:cxnChg chg="del">
          <ac:chgData name="Kacper Popis" userId="3fb6790f-a39e-4523-937e-56570f00da48" providerId="ADAL" clId="{1E634B73-B50C-4ACC-8C00-A6EEAED64AEB}" dt="2026-05-21T07:44:48.257" v="6965" actId="478"/>
          <ac:cxnSpMkLst>
            <pc:docMk/>
            <pc:sldMk cId="2858028172" sldId="262"/>
            <ac:cxnSpMk id="12" creationId="{EE72D49B-AD97-ABF1-07C9-2676FA6641B7}"/>
          </ac:cxnSpMkLst>
        </pc:cxnChg>
        <pc:cxnChg chg="del">
          <ac:chgData name="Kacper Popis" userId="3fb6790f-a39e-4523-937e-56570f00da48" providerId="ADAL" clId="{1E634B73-B50C-4ACC-8C00-A6EEAED64AEB}" dt="2026-05-21T07:44:33.530" v="6940" actId="478"/>
          <ac:cxnSpMkLst>
            <pc:docMk/>
            <pc:sldMk cId="2858028172" sldId="262"/>
            <ac:cxnSpMk id="14" creationId="{957C2883-CBEE-C604-3351-62C9C9D34464}"/>
          </ac:cxnSpMkLst>
        </pc:cxnChg>
      </pc:sldChg>
      <pc:sldChg chg="addSp delSp modSp add mod">
        <pc:chgData name="Kacper Popis" userId="3fb6790f-a39e-4523-937e-56570f00da48" providerId="ADAL" clId="{1E634B73-B50C-4ACC-8C00-A6EEAED64AEB}" dt="2026-05-21T08:42:18.784" v="8223" actId="20577"/>
        <pc:sldMkLst>
          <pc:docMk/>
          <pc:sldMk cId="1068718073" sldId="263"/>
        </pc:sldMkLst>
        <pc:spChg chg="mod">
          <ac:chgData name="Kacper Popis" userId="3fb6790f-a39e-4523-937e-56570f00da48" providerId="ADAL" clId="{1E634B73-B50C-4ACC-8C00-A6EEAED64AEB}" dt="2026-05-20T19:45:40.790" v="1434" actId="20577"/>
          <ac:spMkLst>
            <pc:docMk/>
            <pc:sldMk cId="1068718073" sldId="263"/>
            <ac:spMk id="2" creationId="{F5D80258-E36A-9115-BBA6-E74FB3F7EA1A}"/>
          </ac:spMkLst>
        </pc:spChg>
        <pc:spChg chg="del mod">
          <ac:chgData name="Kacper Popis" userId="3fb6790f-a39e-4523-937e-56570f00da48" providerId="ADAL" clId="{1E634B73-B50C-4ACC-8C00-A6EEAED64AEB}" dt="2026-05-21T08:35:46.408" v="7233" actId="478"/>
          <ac:spMkLst>
            <pc:docMk/>
            <pc:sldMk cId="1068718073" sldId="263"/>
            <ac:spMk id="3" creationId="{577AC8F6-B96A-4B3A-E864-FED3145B9DF4}"/>
          </ac:spMkLst>
        </pc:spChg>
        <pc:spChg chg="add mod ord">
          <ac:chgData name="Kacper Popis" userId="3fb6790f-a39e-4523-937e-56570f00da48" providerId="ADAL" clId="{1E634B73-B50C-4ACC-8C00-A6EEAED64AEB}" dt="2026-05-21T08:42:18.784" v="8223" actId="20577"/>
          <ac:spMkLst>
            <pc:docMk/>
            <pc:sldMk cId="1068718073" sldId="263"/>
            <ac:spMk id="6" creationId="{C5A9450C-4D3C-80A6-7AD9-F515CE07B13F}"/>
          </ac:spMkLst>
        </pc:spChg>
        <pc:spChg chg="del">
          <ac:chgData name="Kacper Popis" userId="3fb6790f-a39e-4523-937e-56570f00da48" providerId="ADAL" clId="{1E634B73-B50C-4ACC-8C00-A6EEAED64AEB}" dt="2026-05-21T08:36:04.715" v="7237" actId="478"/>
          <ac:spMkLst>
            <pc:docMk/>
            <pc:sldMk cId="1068718073" sldId="263"/>
            <ac:spMk id="9" creationId="{DE2DDFCA-380B-0E01-C104-60DCC1942C62}"/>
          </ac:spMkLst>
        </pc:spChg>
        <pc:spChg chg="del">
          <ac:chgData name="Kacper Popis" userId="3fb6790f-a39e-4523-937e-56570f00da48" providerId="ADAL" clId="{1E634B73-B50C-4ACC-8C00-A6EEAED64AEB}" dt="2026-05-21T08:35:53.579" v="7234" actId="478"/>
          <ac:spMkLst>
            <pc:docMk/>
            <pc:sldMk cId="1068718073" sldId="263"/>
            <ac:spMk id="10" creationId="{BE020E34-085E-3D44-1308-2F971E3A2825}"/>
          </ac:spMkLst>
        </pc:spChg>
        <pc:spChg chg="del">
          <ac:chgData name="Kacper Popis" userId="3fb6790f-a39e-4523-937e-56570f00da48" providerId="ADAL" clId="{1E634B73-B50C-4ACC-8C00-A6EEAED64AEB}" dt="2026-05-21T08:35:55.392" v="7235" actId="478"/>
          <ac:spMkLst>
            <pc:docMk/>
            <pc:sldMk cId="1068718073" sldId="263"/>
            <ac:spMk id="13" creationId="{1A70B78D-7A56-82F2-8FCB-E7F0A883C8AC}"/>
          </ac:spMkLst>
        </pc:spChg>
        <pc:cxnChg chg="del">
          <ac:chgData name="Kacper Popis" userId="3fb6790f-a39e-4523-937e-56570f00da48" providerId="ADAL" clId="{1E634B73-B50C-4ACC-8C00-A6EEAED64AEB}" dt="2026-05-21T08:35:45.030" v="7232" actId="478"/>
          <ac:cxnSpMkLst>
            <pc:docMk/>
            <pc:sldMk cId="1068718073" sldId="263"/>
            <ac:cxnSpMk id="12" creationId="{7CCB0E0A-851E-4D68-5D77-5ECD5F91BDE8}"/>
          </ac:cxnSpMkLst>
        </pc:cxnChg>
        <pc:cxnChg chg="del">
          <ac:chgData name="Kacper Popis" userId="3fb6790f-a39e-4523-937e-56570f00da48" providerId="ADAL" clId="{1E634B73-B50C-4ACC-8C00-A6EEAED64AEB}" dt="2026-05-21T08:36:05.684" v="7238" actId="478"/>
          <ac:cxnSpMkLst>
            <pc:docMk/>
            <pc:sldMk cId="1068718073" sldId="263"/>
            <ac:cxnSpMk id="14" creationId="{D63C7B9B-0D53-A4E5-A24C-3C03B4103E5B}"/>
          </ac:cxnSpMkLst>
        </pc:cxnChg>
      </pc:sldChg>
      <pc:sldChg chg="addSp delSp modSp add mod">
        <pc:chgData name="Kacper Popis" userId="3fb6790f-a39e-4523-937e-56570f00da48" providerId="ADAL" clId="{1E634B73-B50C-4ACC-8C00-A6EEAED64AEB}" dt="2026-05-21T07:28:34.182" v="4586" actId="208"/>
        <pc:sldMkLst>
          <pc:docMk/>
          <pc:sldMk cId="4249279366" sldId="264"/>
        </pc:sldMkLst>
        <pc:spChg chg="mod">
          <ac:chgData name="Kacper Popis" userId="3fb6790f-a39e-4523-937e-56570f00da48" providerId="ADAL" clId="{1E634B73-B50C-4ACC-8C00-A6EEAED64AEB}" dt="2026-05-21T07:19:07.258" v="4266" actId="20577"/>
          <ac:spMkLst>
            <pc:docMk/>
            <pc:sldMk cId="4249279366" sldId="264"/>
            <ac:spMk id="2" creationId="{0AF0E41F-BE42-4532-4B1E-59264CF4F767}"/>
          </ac:spMkLst>
        </pc:spChg>
        <pc:spChg chg="del">
          <ac:chgData name="Kacper Popis" userId="3fb6790f-a39e-4523-937e-56570f00da48" providerId="ADAL" clId="{1E634B73-B50C-4ACC-8C00-A6EEAED64AEB}" dt="2026-05-21T07:16:23.398" v="4177" actId="478"/>
          <ac:spMkLst>
            <pc:docMk/>
            <pc:sldMk cId="4249279366" sldId="264"/>
            <ac:spMk id="3" creationId="{C814A741-83F9-1E04-1EE5-92E8F667334B}"/>
          </ac:spMkLst>
        </pc:spChg>
        <pc:spChg chg="add del mod">
          <ac:chgData name="Kacper Popis" userId="3fb6790f-a39e-4523-937e-56570f00da48" providerId="ADAL" clId="{1E634B73-B50C-4ACC-8C00-A6EEAED64AEB}" dt="2026-05-21T07:16:26.914" v="4178" actId="22"/>
          <ac:spMkLst>
            <pc:docMk/>
            <pc:sldMk cId="4249279366" sldId="264"/>
            <ac:spMk id="6" creationId="{4132A278-CEEB-F100-93BC-2F4D873CA913}"/>
          </ac:spMkLst>
        </pc:spChg>
        <pc:spChg chg="del mod">
          <ac:chgData name="Kacper Popis" userId="3fb6790f-a39e-4523-937e-56570f00da48" providerId="ADAL" clId="{1E634B73-B50C-4ACC-8C00-A6EEAED64AEB}" dt="2026-05-21T07:16:59.662" v="4221" actId="478"/>
          <ac:spMkLst>
            <pc:docMk/>
            <pc:sldMk cId="4249279366" sldId="264"/>
            <ac:spMk id="9" creationId="{E777622A-1CBA-2921-DF8E-F0B6DE28EBFE}"/>
          </ac:spMkLst>
        </pc:spChg>
        <pc:spChg chg="del mod">
          <ac:chgData name="Kacper Popis" userId="3fb6790f-a39e-4523-937e-56570f00da48" providerId="ADAL" clId="{1E634B73-B50C-4ACC-8C00-A6EEAED64AEB}" dt="2026-05-21T07:19:09.916" v="4267" actId="478"/>
          <ac:spMkLst>
            <pc:docMk/>
            <pc:sldMk cId="4249279366" sldId="264"/>
            <ac:spMk id="10" creationId="{C429891A-FD92-07AE-5904-CF27BB4DD635}"/>
          </ac:spMkLst>
        </pc:spChg>
        <pc:spChg chg="del mod">
          <ac:chgData name="Kacper Popis" userId="3fb6790f-a39e-4523-937e-56570f00da48" providerId="ADAL" clId="{1E634B73-B50C-4ACC-8C00-A6EEAED64AEB}" dt="2026-05-21T07:19:12.463" v="4268" actId="478"/>
          <ac:spMkLst>
            <pc:docMk/>
            <pc:sldMk cId="4249279366" sldId="264"/>
            <ac:spMk id="13" creationId="{59614DD5-9EC0-8B9B-3CAD-B9CA64B7AF10}"/>
          </ac:spMkLst>
        </pc:spChg>
        <pc:spChg chg="add mod">
          <ac:chgData name="Kacper Popis" userId="3fb6790f-a39e-4523-937e-56570f00da48" providerId="ADAL" clId="{1E634B73-B50C-4ACC-8C00-A6EEAED64AEB}" dt="2026-05-21T07:27:45.469" v="4503" actId="1076"/>
          <ac:spMkLst>
            <pc:docMk/>
            <pc:sldMk cId="4249279366" sldId="264"/>
            <ac:spMk id="17" creationId="{E4BBB246-A183-A369-A9D3-BE1F9407CA6B}"/>
          </ac:spMkLst>
        </pc:spChg>
        <pc:spChg chg="add mod">
          <ac:chgData name="Kacper Popis" userId="3fb6790f-a39e-4523-937e-56570f00da48" providerId="ADAL" clId="{1E634B73-B50C-4ACC-8C00-A6EEAED64AEB}" dt="2026-05-21T07:28:31.452" v="4585" actId="1076"/>
          <ac:spMkLst>
            <pc:docMk/>
            <pc:sldMk cId="4249279366" sldId="264"/>
            <ac:spMk id="18" creationId="{9311734E-BB15-5A96-7E2B-37C5A688DED7}"/>
          </ac:spMkLst>
        </pc:spChg>
        <pc:spChg chg="add mod">
          <ac:chgData name="Kacper Popis" userId="3fb6790f-a39e-4523-937e-56570f00da48" providerId="ADAL" clId="{1E634B73-B50C-4ACC-8C00-A6EEAED64AEB}" dt="2026-05-21T07:28:26.601" v="4584" actId="1076"/>
          <ac:spMkLst>
            <pc:docMk/>
            <pc:sldMk cId="4249279366" sldId="264"/>
            <ac:spMk id="21" creationId="{DEE15295-445A-7264-8027-6A13A4A832CC}"/>
          </ac:spMkLst>
        </pc:spChg>
        <pc:picChg chg="add mod ord">
          <ac:chgData name="Kacper Popis" userId="3fb6790f-a39e-4523-937e-56570f00da48" providerId="ADAL" clId="{1E634B73-B50C-4ACC-8C00-A6EEAED64AEB}" dt="2026-05-21T07:27:45.469" v="4503" actId="1076"/>
          <ac:picMkLst>
            <pc:docMk/>
            <pc:sldMk cId="4249279366" sldId="264"/>
            <ac:picMk id="8" creationId="{176EE8F5-ADFC-F843-1F19-6436AB84FC2C}"/>
          </ac:picMkLst>
        </pc:picChg>
        <pc:picChg chg="add mod">
          <ac:chgData name="Kacper Popis" userId="3fb6790f-a39e-4523-937e-56570f00da48" providerId="ADAL" clId="{1E634B73-B50C-4ACC-8C00-A6EEAED64AEB}" dt="2026-05-21T07:28:31.452" v="4585" actId="1076"/>
          <ac:picMkLst>
            <pc:docMk/>
            <pc:sldMk cId="4249279366" sldId="264"/>
            <ac:picMk id="16" creationId="{36547692-3C92-E36A-F4BF-4BBA0DFE8988}"/>
          </ac:picMkLst>
        </pc:picChg>
        <pc:picChg chg="add mod">
          <ac:chgData name="Kacper Popis" userId="3fb6790f-a39e-4523-937e-56570f00da48" providerId="ADAL" clId="{1E634B73-B50C-4ACC-8C00-A6EEAED64AEB}" dt="2026-05-21T07:28:34.182" v="4586" actId="208"/>
          <ac:picMkLst>
            <pc:docMk/>
            <pc:sldMk cId="4249279366" sldId="264"/>
            <ac:picMk id="20" creationId="{4A937795-CD04-93E4-A4E6-6E384472E7AB}"/>
          </ac:picMkLst>
        </pc:picChg>
        <pc:cxnChg chg="del mod">
          <ac:chgData name="Kacper Popis" userId="3fb6790f-a39e-4523-937e-56570f00da48" providerId="ADAL" clId="{1E634B73-B50C-4ACC-8C00-A6EEAED64AEB}" dt="2026-05-21T07:19:09.916" v="4267" actId="478"/>
          <ac:cxnSpMkLst>
            <pc:docMk/>
            <pc:sldMk cId="4249279366" sldId="264"/>
            <ac:cxnSpMk id="12" creationId="{76ADB6EF-1778-3A29-01B0-FFA9BDC1AA82}"/>
          </ac:cxnSpMkLst>
        </pc:cxnChg>
        <pc:cxnChg chg="del mod">
          <ac:chgData name="Kacper Popis" userId="3fb6790f-a39e-4523-937e-56570f00da48" providerId="ADAL" clId="{1E634B73-B50C-4ACC-8C00-A6EEAED64AEB}" dt="2026-05-21T07:19:12.463" v="4268" actId="478"/>
          <ac:cxnSpMkLst>
            <pc:docMk/>
            <pc:sldMk cId="4249279366" sldId="264"/>
            <ac:cxnSpMk id="14" creationId="{6A6D6771-35CE-8516-BB36-A86C8709DA06}"/>
          </ac:cxnSpMkLst>
        </pc:cxnChg>
      </pc:sldChg>
      <pc:sldChg chg="addSp delSp modSp add mod">
        <pc:chgData name="Kacper Popis" userId="3fb6790f-a39e-4523-937e-56570f00da48" providerId="ADAL" clId="{1E634B73-B50C-4ACC-8C00-A6EEAED64AEB}" dt="2026-05-21T08:01:38.969" v="7128" actId="21"/>
        <pc:sldMkLst>
          <pc:docMk/>
          <pc:sldMk cId="2552961055" sldId="265"/>
        </pc:sldMkLst>
        <pc:spChg chg="mod">
          <ac:chgData name="Kacper Popis" userId="3fb6790f-a39e-4523-937e-56570f00da48" providerId="ADAL" clId="{1E634B73-B50C-4ACC-8C00-A6EEAED64AEB}" dt="2026-05-21T07:59:17.906" v="7083" actId="20577"/>
          <ac:spMkLst>
            <pc:docMk/>
            <pc:sldMk cId="2552961055" sldId="265"/>
            <ac:spMk id="2" creationId="{650D43C9-42F5-BC1D-1A2E-0737579D07F0}"/>
          </ac:spMkLst>
        </pc:spChg>
        <pc:spChg chg="del">
          <ac:chgData name="Kacper Popis" userId="3fb6790f-a39e-4523-937e-56570f00da48" providerId="ADAL" clId="{1E634B73-B50C-4ACC-8C00-A6EEAED64AEB}" dt="2026-05-21T07:53:49.847" v="7052" actId="478"/>
          <ac:spMkLst>
            <pc:docMk/>
            <pc:sldMk cId="2552961055" sldId="265"/>
            <ac:spMk id="19" creationId="{A43D9CCD-70F5-5DEE-5B4F-79FA7DA2BD87}"/>
          </ac:spMkLst>
        </pc:spChg>
        <pc:picChg chg="add mod">
          <ac:chgData name="Kacper Popis" userId="3fb6790f-a39e-4523-937e-56570f00da48" providerId="ADAL" clId="{1E634B73-B50C-4ACC-8C00-A6EEAED64AEB}" dt="2026-05-21T07:59:13.774" v="7074" actId="1076"/>
          <ac:picMkLst>
            <pc:docMk/>
            <pc:sldMk cId="2552961055" sldId="265"/>
            <ac:picMk id="4" creationId="{9E78DED7-7C98-FBD2-AA0F-BCF62E556A7D}"/>
          </ac:picMkLst>
        </pc:picChg>
        <pc:picChg chg="add mod">
          <ac:chgData name="Kacper Popis" userId="3fb6790f-a39e-4523-937e-56570f00da48" providerId="ADAL" clId="{1E634B73-B50C-4ACC-8C00-A6EEAED64AEB}" dt="2026-05-21T08:01:31.437" v="7125" actId="14100"/>
          <ac:picMkLst>
            <pc:docMk/>
            <pc:sldMk cId="2552961055" sldId="265"/>
            <ac:picMk id="7" creationId="{F0371E87-713B-9844-462B-64DC47E20F3C}"/>
          </ac:picMkLst>
        </pc:picChg>
        <pc:picChg chg="add del mod">
          <ac:chgData name="Kacper Popis" userId="3fb6790f-a39e-4523-937e-56570f00da48" providerId="ADAL" clId="{1E634B73-B50C-4ACC-8C00-A6EEAED64AEB}" dt="2026-05-21T07:59:04.496" v="7070" actId="478"/>
          <ac:picMkLst>
            <pc:docMk/>
            <pc:sldMk cId="2552961055" sldId="265"/>
            <ac:picMk id="9" creationId="{C700A043-74D1-889C-808D-F985921161F2}"/>
          </ac:picMkLst>
        </pc:picChg>
        <pc:picChg chg="add del mod">
          <ac:chgData name="Kacper Popis" userId="3fb6790f-a39e-4523-937e-56570f00da48" providerId="ADAL" clId="{1E634B73-B50C-4ACC-8C00-A6EEAED64AEB}" dt="2026-05-21T07:59:03.370" v="7069" actId="478"/>
          <ac:picMkLst>
            <pc:docMk/>
            <pc:sldMk cId="2552961055" sldId="265"/>
            <ac:picMk id="12" creationId="{E2432E6A-929B-A726-3445-E98E1B7AD584}"/>
          </ac:picMkLst>
        </pc:picChg>
        <pc:picChg chg="add del mod">
          <ac:chgData name="Kacper Popis" userId="3fb6790f-a39e-4523-937e-56570f00da48" providerId="ADAL" clId="{1E634B73-B50C-4ACC-8C00-A6EEAED64AEB}" dt="2026-05-21T07:59:00.984" v="7068" actId="478"/>
          <ac:picMkLst>
            <pc:docMk/>
            <pc:sldMk cId="2552961055" sldId="265"/>
            <ac:picMk id="14" creationId="{85B51AA7-504E-1219-8EDE-876EB0B7BF88}"/>
          </ac:picMkLst>
        </pc:picChg>
        <pc:picChg chg="add del mod">
          <ac:chgData name="Kacper Popis" userId="3fb6790f-a39e-4523-937e-56570f00da48" providerId="ADAL" clId="{1E634B73-B50C-4ACC-8C00-A6EEAED64AEB}" dt="2026-05-21T07:59:00.032" v="7067" actId="478"/>
          <ac:picMkLst>
            <pc:docMk/>
            <pc:sldMk cId="2552961055" sldId="265"/>
            <ac:picMk id="16" creationId="{F14AA02C-3873-DBD7-929C-BD3E5395F8D4}"/>
          </ac:picMkLst>
        </pc:picChg>
        <pc:picChg chg="del">
          <ac:chgData name="Kacper Popis" userId="3fb6790f-a39e-4523-937e-56570f00da48" providerId="ADAL" clId="{1E634B73-B50C-4ACC-8C00-A6EEAED64AEB}" dt="2026-05-21T07:53:48.259" v="7051" actId="478"/>
          <ac:picMkLst>
            <pc:docMk/>
            <pc:sldMk cId="2552961055" sldId="265"/>
            <ac:picMk id="18" creationId="{37C5037E-A08F-F8A5-EFA6-2560F066B332}"/>
          </ac:picMkLst>
        </pc:picChg>
        <pc:picChg chg="add del mod">
          <ac:chgData name="Kacper Popis" userId="3fb6790f-a39e-4523-937e-56570f00da48" providerId="ADAL" clId="{1E634B73-B50C-4ACC-8C00-A6EEAED64AEB}" dt="2026-05-21T07:58:58.731" v="7066" actId="478"/>
          <ac:picMkLst>
            <pc:docMk/>
            <pc:sldMk cId="2552961055" sldId="265"/>
            <ac:picMk id="20" creationId="{8B94FFA4-D2CF-7826-F054-2B8736C2A797}"/>
          </ac:picMkLst>
        </pc:picChg>
        <pc:picChg chg="add del mod">
          <ac:chgData name="Kacper Popis" userId="3fb6790f-a39e-4523-937e-56570f00da48" providerId="ADAL" clId="{1E634B73-B50C-4ACC-8C00-A6EEAED64AEB}" dt="2026-05-21T08:01:38.969" v="7128" actId="21"/>
          <ac:picMkLst>
            <pc:docMk/>
            <pc:sldMk cId="2552961055" sldId="265"/>
            <ac:picMk id="21" creationId="{99BBEAB0-F77B-24E4-94EC-702BF910BE77}"/>
          </ac:picMkLst>
        </pc:picChg>
      </pc:sldChg>
      <pc:sldChg chg="addSp delSp modSp add mod">
        <pc:chgData name="Kacper Popis" userId="3fb6790f-a39e-4523-937e-56570f00da48" providerId="ADAL" clId="{1E634B73-B50C-4ACC-8C00-A6EEAED64AEB}" dt="2026-05-21T08:02:01.467" v="7134" actId="1076"/>
        <pc:sldMkLst>
          <pc:docMk/>
          <pc:sldMk cId="1607338651" sldId="266"/>
        </pc:sldMkLst>
        <pc:spChg chg="mod">
          <ac:chgData name="Kacper Popis" userId="3fb6790f-a39e-4523-937e-56570f00da48" providerId="ADAL" clId="{1E634B73-B50C-4ACC-8C00-A6EEAED64AEB}" dt="2026-05-21T08:00:59.749" v="7116" actId="20577"/>
          <ac:spMkLst>
            <pc:docMk/>
            <pc:sldMk cId="1607338651" sldId="266"/>
            <ac:spMk id="2" creationId="{ED2E477B-A05D-88C9-49C5-58A4D76879F2}"/>
          </ac:spMkLst>
        </pc:spChg>
        <pc:picChg chg="del">
          <ac:chgData name="Kacper Popis" userId="3fb6790f-a39e-4523-937e-56570f00da48" providerId="ADAL" clId="{1E634B73-B50C-4ACC-8C00-A6EEAED64AEB}" dt="2026-05-21T08:00:51.903" v="7107" actId="478"/>
          <ac:picMkLst>
            <pc:docMk/>
            <pc:sldMk cId="1607338651" sldId="266"/>
            <ac:picMk id="4" creationId="{E748BEC5-916A-EAA1-9435-A0325E8EE12B}"/>
          </ac:picMkLst>
        </pc:picChg>
        <pc:picChg chg="del">
          <ac:chgData name="Kacper Popis" userId="3fb6790f-a39e-4523-937e-56570f00da48" providerId="ADAL" clId="{1E634B73-B50C-4ACC-8C00-A6EEAED64AEB}" dt="2026-05-21T08:00:50.946" v="7106" actId="478"/>
          <ac:picMkLst>
            <pc:docMk/>
            <pc:sldMk cId="1607338651" sldId="266"/>
            <ac:picMk id="7" creationId="{A814DA5A-7EB7-6F03-A398-BF97F2C329E6}"/>
          </ac:picMkLst>
        </pc:picChg>
        <pc:picChg chg="del mod ord modCrop">
          <ac:chgData name="Kacper Popis" userId="3fb6790f-a39e-4523-937e-56570f00da48" providerId="ADAL" clId="{1E634B73-B50C-4ACC-8C00-A6EEAED64AEB}" dt="2026-05-21T08:01:23.781" v="7124" actId="21"/>
          <ac:picMkLst>
            <pc:docMk/>
            <pc:sldMk cId="1607338651" sldId="266"/>
            <ac:picMk id="9" creationId="{99BBEAB0-F77B-24E4-94EC-702BF910BE77}"/>
          </ac:picMkLst>
        </pc:picChg>
        <pc:picChg chg="mod ord modCrop">
          <ac:chgData name="Kacper Popis" userId="3fb6790f-a39e-4523-937e-56570f00da48" providerId="ADAL" clId="{1E634B73-B50C-4ACC-8C00-A6EEAED64AEB}" dt="2026-05-21T08:01:56.334" v="7133" actId="1076"/>
          <ac:picMkLst>
            <pc:docMk/>
            <pc:sldMk cId="1607338651" sldId="266"/>
            <ac:picMk id="12" creationId="{70820553-1D67-193B-F4F0-646A8D6A8F26}"/>
          </ac:picMkLst>
        </pc:picChg>
        <pc:picChg chg="del mod ord">
          <ac:chgData name="Kacper Popis" userId="3fb6790f-a39e-4523-937e-56570f00da48" providerId="ADAL" clId="{1E634B73-B50C-4ACC-8C00-A6EEAED64AEB}" dt="2026-05-21T08:01:10.293" v="7119" actId="478"/>
          <ac:picMkLst>
            <pc:docMk/>
            <pc:sldMk cId="1607338651" sldId="266"/>
            <ac:picMk id="14" creationId="{82490FEF-E879-1BBB-F52F-D225B8574450}"/>
          </ac:picMkLst>
        </pc:picChg>
        <pc:picChg chg="mod ord modCrop">
          <ac:chgData name="Kacper Popis" userId="3fb6790f-a39e-4523-937e-56570f00da48" providerId="ADAL" clId="{1E634B73-B50C-4ACC-8C00-A6EEAED64AEB}" dt="2026-05-21T08:01:45.865" v="7130" actId="1076"/>
          <ac:picMkLst>
            <pc:docMk/>
            <pc:sldMk cId="1607338651" sldId="266"/>
            <ac:picMk id="16" creationId="{03ACB7DA-C211-C6DE-A40D-DEC8DF1E188B}"/>
          </ac:picMkLst>
        </pc:picChg>
        <pc:picChg chg="del mod ord modCrop">
          <ac:chgData name="Kacper Popis" userId="3fb6790f-a39e-4523-937e-56570f00da48" providerId="ADAL" clId="{1E634B73-B50C-4ACC-8C00-A6EEAED64AEB}" dt="2026-05-21T08:01:08.213" v="7118" actId="478"/>
          <ac:picMkLst>
            <pc:docMk/>
            <pc:sldMk cId="1607338651" sldId="266"/>
            <ac:picMk id="20" creationId="{402BFDAB-AAA7-0FEC-7345-C5F248736F0A}"/>
          </ac:picMkLst>
        </pc:picChg>
        <pc:picChg chg="add mod">
          <ac:chgData name="Kacper Popis" userId="3fb6790f-a39e-4523-937e-56570f00da48" providerId="ADAL" clId="{1E634B73-B50C-4ACC-8C00-A6EEAED64AEB}" dt="2026-05-21T08:02:01.467" v="7134" actId="1076"/>
          <ac:picMkLst>
            <pc:docMk/>
            <pc:sldMk cId="1607338651" sldId="266"/>
            <ac:picMk id="21" creationId="{99BBEAB0-F77B-24E4-94EC-702BF910BE77}"/>
          </ac:picMkLst>
        </pc:picChg>
      </pc:sldChg>
      <pc:sldChg chg="delSp modSp add mod">
        <pc:chgData name="Kacper Popis" userId="3fb6790f-a39e-4523-937e-56570f00da48" providerId="ADAL" clId="{1E634B73-B50C-4ACC-8C00-A6EEAED64AEB}" dt="2026-05-21T08:02:25.449" v="7141" actId="14100"/>
        <pc:sldMkLst>
          <pc:docMk/>
          <pc:sldMk cId="1787758541" sldId="267"/>
        </pc:sldMkLst>
        <pc:picChg chg="del">
          <ac:chgData name="Kacper Popis" userId="3fb6790f-a39e-4523-937e-56570f00da48" providerId="ADAL" clId="{1E634B73-B50C-4ACC-8C00-A6EEAED64AEB}" dt="2026-05-21T08:02:08.554" v="7137" actId="478"/>
          <ac:picMkLst>
            <pc:docMk/>
            <pc:sldMk cId="1787758541" sldId="267"/>
            <ac:picMk id="9" creationId="{768D7481-D051-5F23-5C05-44725B84A2A3}"/>
          </ac:picMkLst>
        </pc:picChg>
        <pc:picChg chg="del">
          <ac:chgData name="Kacper Popis" userId="3fb6790f-a39e-4523-937e-56570f00da48" providerId="ADAL" clId="{1E634B73-B50C-4ACC-8C00-A6EEAED64AEB}" dt="2026-05-21T08:02:07.089" v="7136" actId="478"/>
          <ac:picMkLst>
            <pc:docMk/>
            <pc:sldMk cId="1787758541" sldId="267"/>
            <ac:picMk id="12" creationId="{B635CA5D-74A1-F0EC-3903-D95D810B1DA4}"/>
          </ac:picMkLst>
        </pc:picChg>
        <pc:picChg chg="mod">
          <ac:chgData name="Kacper Popis" userId="3fb6790f-a39e-4523-937e-56570f00da48" providerId="ADAL" clId="{1E634B73-B50C-4ACC-8C00-A6EEAED64AEB}" dt="2026-05-21T08:02:25.449" v="7141" actId="14100"/>
          <ac:picMkLst>
            <pc:docMk/>
            <pc:sldMk cId="1787758541" sldId="267"/>
            <ac:picMk id="14" creationId="{F7E35D0C-CE5E-3FEE-43BC-9947DA0411A1}"/>
          </ac:picMkLst>
        </pc:picChg>
        <pc:picChg chg="del">
          <ac:chgData name="Kacper Popis" userId="3fb6790f-a39e-4523-937e-56570f00da48" providerId="ADAL" clId="{1E634B73-B50C-4ACC-8C00-A6EEAED64AEB}" dt="2026-05-21T08:02:05.596" v="7135" actId="478"/>
          <ac:picMkLst>
            <pc:docMk/>
            <pc:sldMk cId="1787758541" sldId="267"/>
            <ac:picMk id="16" creationId="{0A1DC45E-0DD2-5E3E-C4DC-88A0C5675D14}"/>
          </ac:picMkLst>
        </pc:picChg>
        <pc:picChg chg="mod">
          <ac:chgData name="Kacper Popis" userId="3fb6790f-a39e-4523-937e-56570f00da48" providerId="ADAL" clId="{1E634B73-B50C-4ACC-8C00-A6EEAED64AEB}" dt="2026-05-21T08:02:20.926" v="7140" actId="1076"/>
          <ac:picMkLst>
            <pc:docMk/>
            <pc:sldMk cId="1787758541" sldId="267"/>
            <ac:picMk id="20" creationId="{E354F2F9-3A25-1928-0D5C-03021549709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D2E5BE-4F68-4E1C-86E4-58EE7E01133E}" type="datetimeFigureOut">
              <a:rPr lang="en-GB" smtClean="0"/>
              <a:t>20/05/2026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7E4265-8D6A-45DE-9D59-DD99E0FF160B}" type="slidenum">
              <a:rPr lang="en-GB" smtClean="0"/>
              <a:t>‹#›</a:t>
            </a:fld>
            <a:endParaRPr lang="en-GB"/>
          </a:p>
        </p:txBody>
      </p:sp>
    </p:spTree>
    <p:extLst>
      <p:ext uri="{BB962C8B-B14F-4D97-AF65-F5344CB8AC3E}">
        <p14:creationId xmlns:p14="http://schemas.microsoft.com/office/powerpoint/2010/main" val="4264344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738E1-CD1A-3868-3286-6956F940CB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D530E36-0021-3A32-371B-EABB0E531B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0957206-EB6E-317C-1FE0-63FFFC25140C}"/>
              </a:ext>
            </a:extLst>
          </p:cNvPr>
          <p:cNvSpPr>
            <a:spLocks noGrp="1"/>
          </p:cNvSpPr>
          <p:nvPr>
            <p:ph type="dt" sz="half" idx="10"/>
          </p:nvPr>
        </p:nvSpPr>
        <p:spPr/>
        <p:txBody>
          <a:bodyPr/>
          <a:lstStyle/>
          <a:p>
            <a:fld id="{EACB321E-D402-4B38-8ECA-A6C21DCAC1A5}" type="datetime1">
              <a:rPr lang="en-GB" smtClean="0"/>
              <a:t>20/05/2026</a:t>
            </a:fld>
            <a:endParaRPr lang="en-GB"/>
          </a:p>
        </p:txBody>
      </p:sp>
      <p:sp>
        <p:nvSpPr>
          <p:cNvPr id="5" name="Footer Placeholder 4">
            <a:extLst>
              <a:ext uri="{FF2B5EF4-FFF2-40B4-BE49-F238E27FC236}">
                <a16:creationId xmlns:a16="http://schemas.microsoft.com/office/drawing/2014/main" id="{44A31111-8D79-AAC9-C74E-81409EDAAD4A}"/>
              </a:ext>
            </a:extLst>
          </p:cNvPr>
          <p:cNvSpPr>
            <a:spLocks noGrp="1"/>
          </p:cNvSpPr>
          <p:nvPr>
            <p:ph type="ftr" sz="quarter" idx="11"/>
          </p:nvPr>
        </p:nvSpPr>
        <p:spPr/>
        <p:txBody>
          <a:bodyPr/>
          <a:lstStyle/>
          <a:p>
            <a:r>
              <a:rPr lang="en-GB"/>
              <a:t>2</a:t>
            </a:r>
          </a:p>
        </p:txBody>
      </p:sp>
      <p:sp>
        <p:nvSpPr>
          <p:cNvPr id="6" name="Slide Number Placeholder 5">
            <a:extLst>
              <a:ext uri="{FF2B5EF4-FFF2-40B4-BE49-F238E27FC236}">
                <a16:creationId xmlns:a16="http://schemas.microsoft.com/office/drawing/2014/main" id="{320EB2EA-6B7B-AB10-107B-9C3C03A48BB6}"/>
              </a:ext>
            </a:extLst>
          </p:cNvPr>
          <p:cNvSpPr>
            <a:spLocks noGrp="1"/>
          </p:cNvSpPr>
          <p:nvPr>
            <p:ph type="sldNum" sz="quarter" idx="12"/>
          </p:nvPr>
        </p:nvSpPr>
        <p:spPr/>
        <p:txBody>
          <a:bodyPr/>
          <a:lstStyle/>
          <a:p>
            <a:fld id="{4FAEBBF6-D1C0-4A29-AF40-868305D63561}" type="slidenum">
              <a:rPr lang="en-GB" smtClean="0"/>
              <a:t>‹#›</a:t>
            </a:fld>
            <a:endParaRPr lang="en-GB"/>
          </a:p>
        </p:txBody>
      </p:sp>
    </p:spTree>
    <p:extLst>
      <p:ext uri="{BB962C8B-B14F-4D97-AF65-F5344CB8AC3E}">
        <p14:creationId xmlns:p14="http://schemas.microsoft.com/office/powerpoint/2010/main" val="687091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2A5F9-E4E2-F80C-B3A7-057BA1DCBE5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CD39C4C-77E9-7324-A695-2BDCB4EA5D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F3C2795-F4D1-0F2D-C582-B1AC05A0900E}"/>
              </a:ext>
            </a:extLst>
          </p:cNvPr>
          <p:cNvSpPr>
            <a:spLocks noGrp="1"/>
          </p:cNvSpPr>
          <p:nvPr>
            <p:ph type="dt" sz="half" idx="10"/>
          </p:nvPr>
        </p:nvSpPr>
        <p:spPr/>
        <p:txBody>
          <a:bodyPr/>
          <a:lstStyle/>
          <a:p>
            <a:fld id="{A19738CA-55D0-4FCC-A3B6-7AD967C60DE8}" type="datetime1">
              <a:rPr lang="en-GB" smtClean="0"/>
              <a:t>20/05/2026</a:t>
            </a:fld>
            <a:endParaRPr lang="en-GB"/>
          </a:p>
        </p:txBody>
      </p:sp>
      <p:sp>
        <p:nvSpPr>
          <p:cNvPr id="5" name="Footer Placeholder 4">
            <a:extLst>
              <a:ext uri="{FF2B5EF4-FFF2-40B4-BE49-F238E27FC236}">
                <a16:creationId xmlns:a16="http://schemas.microsoft.com/office/drawing/2014/main" id="{FE63F877-7472-E4D7-3327-C939BA6F6AEB}"/>
              </a:ext>
            </a:extLst>
          </p:cNvPr>
          <p:cNvSpPr>
            <a:spLocks noGrp="1"/>
          </p:cNvSpPr>
          <p:nvPr>
            <p:ph type="ftr" sz="quarter" idx="11"/>
          </p:nvPr>
        </p:nvSpPr>
        <p:spPr/>
        <p:txBody>
          <a:bodyPr/>
          <a:lstStyle/>
          <a:p>
            <a:r>
              <a:rPr lang="en-GB"/>
              <a:t>2</a:t>
            </a:r>
          </a:p>
        </p:txBody>
      </p:sp>
      <p:sp>
        <p:nvSpPr>
          <p:cNvPr id="6" name="Slide Number Placeholder 5">
            <a:extLst>
              <a:ext uri="{FF2B5EF4-FFF2-40B4-BE49-F238E27FC236}">
                <a16:creationId xmlns:a16="http://schemas.microsoft.com/office/drawing/2014/main" id="{7259EF3B-DED0-201A-AB50-94837D3F4E27}"/>
              </a:ext>
            </a:extLst>
          </p:cNvPr>
          <p:cNvSpPr>
            <a:spLocks noGrp="1"/>
          </p:cNvSpPr>
          <p:nvPr>
            <p:ph type="sldNum" sz="quarter" idx="12"/>
          </p:nvPr>
        </p:nvSpPr>
        <p:spPr/>
        <p:txBody>
          <a:bodyPr/>
          <a:lstStyle/>
          <a:p>
            <a:fld id="{4FAEBBF6-D1C0-4A29-AF40-868305D63561}" type="slidenum">
              <a:rPr lang="en-GB" smtClean="0"/>
              <a:t>‹#›</a:t>
            </a:fld>
            <a:endParaRPr lang="en-GB"/>
          </a:p>
        </p:txBody>
      </p:sp>
    </p:spTree>
    <p:extLst>
      <p:ext uri="{BB962C8B-B14F-4D97-AF65-F5344CB8AC3E}">
        <p14:creationId xmlns:p14="http://schemas.microsoft.com/office/powerpoint/2010/main" val="1335957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EDDC-B18C-7510-0286-91550B52B9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FCACFA5-D228-0508-B544-482D6184A3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EBBED6-6515-FCFD-6A99-5154E67BF3A1}"/>
              </a:ext>
            </a:extLst>
          </p:cNvPr>
          <p:cNvSpPr>
            <a:spLocks noGrp="1"/>
          </p:cNvSpPr>
          <p:nvPr>
            <p:ph type="dt" sz="half" idx="10"/>
          </p:nvPr>
        </p:nvSpPr>
        <p:spPr/>
        <p:txBody>
          <a:bodyPr/>
          <a:lstStyle/>
          <a:p>
            <a:fld id="{8E745000-58C0-466E-8DC1-32BB3A753BA3}" type="datetime1">
              <a:rPr lang="en-GB" smtClean="0"/>
              <a:t>20/05/2026</a:t>
            </a:fld>
            <a:endParaRPr lang="en-GB"/>
          </a:p>
        </p:txBody>
      </p:sp>
      <p:sp>
        <p:nvSpPr>
          <p:cNvPr id="5" name="Footer Placeholder 4">
            <a:extLst>
              <a:ext uri="{FF2B5EF4-FFF2-40B4-BE49-F238E27FC236}">
                <a16:creationId xmlns:a16="http://schemas.microsoft.com/office/drawing/2014/main" id="{546EDE42-66E7-A492-E366-35763AF3EAFA}"/>
              </a:ext>
            </a:extLst>
          </p:cNvPr>
          <p:cNvSpPr>
            <a:spLocks noGrp="1"/>
          </p:cNvSpPr>
          <p:nvPr>
            <p:ph type="ftr" sz="quarter" idx="11"/>
          </p:nvPr>
        </p:nvSpPr>
        <p:spPr/>
        <p:txBody>
          <a:bodyPr/>
          <a:lstStyle/>
          <a:p>
            <a:r>
              <a:rPr lang="en-GB"/>
              <a:t>2</a:t>
            </a:r>
          </a:p>
        </p:txBody>
      </p:sp>
      <p:sp>
        <p:nvSpPr>
          <p:cNvPr id="6" name="Slide Number Placeholder 5">
            <a:extLst>
              <a:ext uri="{FF2B5EF4-FFF2-40B4-BE49-F238E27FC236}">
                <a16:creationId xmlns:a16="http://schemas.microsoft.com/office/drawing/2014/main" id="{CC27FC80-BA68-3181-EDB1-EA1B68E899A2}"/>
              </a:ext>
            </a:extLst>
          </p:cNvPr>
          <p:cNvSpPr>
            <a:spLocks noGrp="1"/>
          </p:cNvSpPr>
          <p:nvPr>
            <p:ph type="sldNum" sz="quarter" idx="12"/>
          </p:nvPr>
        </p:nvSpPr>
        <p:spPr/>
        <p:txBody>
          <a:bodyPr/>
          <a:lstStyle/>
          <a:p>
            <a:fld id="{4FAEBBF6-D1C0-4A29-AF40-868305D63561}" type="slidenum">
              <a:rPr lang="en-GB" smtClean="0"/>
              <a:t>‹#›</a:t>
            </a:fld>
            <a:endParaRPr lang="en-GB"/>
          </a:p>
        </p:txBody>
      </p:sp>
    </p:spTree>
    <p:extLst>
      <p:ext uri="{BB962C8B-B14F-4D97-AF65-F5344CB8AC3E}">
        <p14:creationId xmlns:p14="http://schemas.microsoft.com/office/powerpoint/2010/main" val="423799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BF48D-8960-1021-958B-5BFEBCF0D55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B2EFB0F-A3E9-18DC-0BAA-EBC1A86151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9013A47-35AE-2BD2-6E78-1D12DAB521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332A427-47A3-38C4-6FB6-4DDF439648CF}"/>
              </a:ext>
            </a:extLst>
          </p:cNvPr>
          <p:cNvSpPr>
            <a:spLocks noGrp="1"/>
          </p:cNvSpPr>
          <p:nvPr>
            <p:ph type="dt" sz="half" idx="10"/>
          </p:nvPr>
        </p:nvSpPr>
        <p:spPr/>
        <p:txBody>
          <a:bodyPr/>
          <a:lstStyle/>
          <a:p>
            <a:fld id="{469694FA-1043-4220-8B26-6B71A37B9D94}" type="datetime1">
              <a:rPr lang="en-GB" smtClean="0"/>
              <a:t>20/05/2026</a:t>
            </a:fld>
            <a:endParaRPr lang="en-GB"/>
          </a:p>
        </p:txBody>
      </p:sp>
      <p:sp>
        <p:nvSpPr>
          <p:cNvPr id="6" name="Footer Placeholder 5">
            <a:extLst>
              <a:ext uri="{FF2B5EF4-FFF2-40B4-BE49-F238E27FC236}">
                <a16:creationId xmlns:a16="http://schemas.microsoft.com/office/drawing/2014/main" id="{D9013FEE-6964-4895-E4EB-2E1A9E36D9C5}"/>
              </a:ext>
            </a:extLst>
          </p:cNvPr>
          <p:cNvSpPr>
            <a:spLocks noGrp="1"/>
          </p:cNvSpPr>
          <p:nvPr>
            <p:ph type="ftr" sz="quarter" idx="11"/>
          </p:nvPr>
        </p:nvSpPr>
        <p:spPr/>
        <p:txBody>
          <a:bodyPr/>
          <a:lstStyle/>
          <a:p>
            <a:r>
              <a:rPr lang="en-GB"/>
              <a:t>2</a:t>
            </a:r>
          </a:p>
        </p:txBody>
      </p:sp>
      <p:sp>
        <p:nvSpPr>
          <p:cNvPr id="7" name="Slide Number Placeholder 6">
            <a:extLst>
              <a:ext uri="{FF2B5EF4-FFF2-40B4-BE49-F238E27FC236}">
                <a16:creationId xmlns:a16="http://schemas.microsoft.com/office/drawing/2014/main" id="{7AD806E8-1DF9-524B-B7F0-B2E647404798}"/>
              </a:ext>
            </a:extLst>
          </p:cNvPr>
          <p:cNvSpPr>
            <a:spLocks noGrp="1"/>
          </p:cNvSpPr>
          <p:nvPr>
            <p:ph type="sldNum" sz="quarter" idx="12"/>
          </p:nvPr>
        </p:nvSpPr>
        <p:spPr/>
        <p:txBody>
          <a:bodyPr/>
          <a:lstStyle/>
          <a:p>
            <a:fld id="{4FAEBBF6-D1C0-4A29-AF40-868305D63561}" type="slidenum">
              <a:rPr lang="en-GB" smtClean="0"/>
              <a:t>‹#›</a:t>
            </a:fld>
            <a:endParaRPr lang="en-GB"/>
          </a:p>
        </p:txBody>
      </p:sp>
    </p:spTree>
    <p:extLst>
      <p:ext uri="{BB962C8B-B14F-4D97-AF65-F5344CB8AC3E}">
        <p14:creationId xmlns:p14="http://schemas.microsoft.com/office/powerpoint/2010/main" val="1232050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C6A8F-1EA5-B5F6-AB1B-49FE87400FC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9356AD2-7216-5B0A-5E5D-F62D478103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D4171D-A0CF-4550-DC04-5142C78192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127AF66-FBA6-44CE-3070-D6182B6549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992A5E-5BA5-B05C-496B-914EA3A660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F127692-F04D-3ACB-F77E-ED1AE8A0B500}"/>
              </a:ext>
            </a:extLst>
          </p:cNvPr>
          <p:cNvSpPr>
            <a:spLocks noGrp="1"/>
          </p:cNvSpPr>
          <p:nvPr>
            <p:ph type="dt" sz="half" idx="10"/>
          </p:nvPr>
        </p:nvSpPr>
        <p:spPr/>
        <p:txBody>
          <a:bodyPr/>
          <a:lstStyle/>
          <a:p>
            <a:fld id="{138B8DD9-C364-4E34-9CF9-FF2D235EF850}" type="datetime1">
              <a:rPr lang="en-GB" smtClean="0"/>
              <a:t>20/05/2026</a:t>
            </a:fld>
            <a:endParaRPr lang="en-GB"/>
          </a:p>
        </p:txBody>
      </p:sp>
      <p:sp>
        <p:nvSpPr>
          <p:cNvPr id="8" name="Footer Placeholder 7">
            <a:extLst>
              <a:ext uri="{FF2B5EF4-FFF2-40B4-BE49-F238E27FC236}">
                <a16:creationId xmlns:a16="http://schemas.microsoft.com/office/drawing/2014/main" id="{CFBEB598-7EE2-0E5B-4202-AEC9AEA7196A}"/>
              </a:ext>
            </a:extLst>
          </p:cNvPr>
          <p:cNvSpPr>
            <a:spLocks noGrp="1"/>
          </p:cNvSpPr>
          <p:nvPr>
            <p:ph type="ftr" sz="quarter" idx="11"/>
          </p:nvPr>
        </p:nvSpPr>
        <p:spPr/>
        <p:txBody>
          <a:bodyPr/>
          <a:lstStyle/>
          <a:p>
            <a:r>
              <a:rPr lang="en-GB"/>
              <a:t>2</a:t>
            </a:r>
          </a:p>
        </p:txBody>
      </p:sp>
      <p:sp>
        <p:nvSpPr>
          <p:cNvPr id="9" name="Slide Number Placeholder 8">
            <a:extLst>
              <a:ext uri="{FF2B5EF4-FFF2-40B4-BE49-F238E27FC236}">
                <a16:creationId xmlns:a16="http://schemas.microsoft.com/office/drawing/2014/main" id="{B9A5ABB0-EC59-111D-43F8-6A91823BD6D8}"/>
              </a:ext>
            </a:extLst>
          </p:cNvPr>
          <p:cNvSpPr>
            <a:spLocks noGrp="1"/>
          </p:cNvSpPr>
          <p:nvPr>
            <p:ph type="sldNum" sz="quarter" idx="12"/>
          </p:nvPr>
        </p:nvSpPr>
        <p:spPr/>
        <p:txBody>
          <a:bodyPr/>
          <a:lstStyle/>
          <a:p>
            <a:fld id="{4FAEBBF6-D1C0-4A29-AF40-868305D63561}" type="slidenum">
              <a:rPr lang="en-GB" smtClean="0"/>
              <a:t>‹#›</a:t>
            </a:fld>
            <a:endParaRPr lang="en-GB"/>
          </a:p>
        </p:txBody>
      </p:sp>
    </p:spTree>
    <p:extLst>
      <p:ext uri="{BB962C8B-B14F-4D97-AF65-F5344CB8AC3E}">
        <p14:creationId xmlns:p14="http://schemas.microsoft.com/office/powerpoint/2010/main" val="3952359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CE2E6-7601-3556-CC79-80F493EC37E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961A25E-3DCB-9698-82C5-34177BE9B660}"/>
              </a:ext>
            </a:extLst>
          </p:cNvPr>
          <p:cNvSpPr>
            <a:spLocks noGrp="1"/>
          </p:cNvSpPr>
          <p:nvPr>
            <p:ph type="dt" sz="half" idx="10"/>
          </p:nvPr>
        </p:nvSpPr>
        <p:spPr/>
        <p:txBody>
          <a:bodyPr/>
          <a:lstStyle/>
          <a:p>
            <a:fld id="{E0B87CBD-8473-4E22-9356-8FFB6C78D745}" type="datetime1">
              <a:rPr lang="en-GB" smtClean="0"/>
              <a:t>20/05/2026</a:t>
            </a:fld>
            <a:endParaRPr lang="en-GB"/>
          </a:p>
        </p:txBody>
      </p:sp>
      <p:sp>
        <p:nvSpPr>
          <p:cNvPr id="4" name="Footer Placeholder 3">
            <a:extLst>
              <a:ext uri="{FF2B5EF4-FFF2-40B4-BE49-F238E27FC236}">
                <a16:creationId xmlns:a16="http://schemas.microsoft.com/office/drawing/2014/main" id="{993B1C3F-06F9-7FDD-2603-D51F2B26A0B3}"/>
              </a:ext>
            </a:extLst>
          </p:cNvPr>
          <p:cNvSpPr>
            <a:spLocks noGrp="1"/>
          </p:cNvSpPr>
          <p:nvPr>
            <p:ph type="ftr" sz="quarter" idx="11"/>
          </p:nvPr>
        </p:nvSpPr>
        <p:spPr/>
        <p:txBody>
          <a:bodyPr/>
          <a:lstStyle/>
          <a:p>
            <a:r>
              <a:rPr lang="en-GB"/>
              <a:t>2</a:t>
            </a:r>
          </a:p>
        </p:txBody>
      </p:sp>
      <p:sp>
        <p:nvSpPr>
          <p:cNvPr id="5" name="Slide Number Placeholder 4">
            <a:extLst>
              <a:ext uri="{FF2B5EF4-FFF2-40B4-BE49-F238E27FC236}">
                <a16:creationId xmlns:a16="http://schemas.microsoft.com/office/drawing/2014/main" id="{28A50825-3079-A53F-B51C-532F0236FEA2}"/>
              </a:ext>
            </a:extLst>
          </p:cNvPr>
          <p:cNvSpPr>
            <a:spLocks noGrp="1"/>
          </p:cNvSpPr>
          <p:nvPr>
            <p:ph type="sldNum" sz="quarter" idx="12"/>
          </p:nvPr>
        </p:nvSpPr>
        <p:spPr/>
        <p:txBody>
          <a:bodyPr/>
          <a:lstStyle/>
          <a:p>
            <a:fld id="{4FAEBBF6-D1C0-4A29-AF40-868305D63561}" type="slidenum">
              <a:rPr lang="en-GB" smtClean="0"/>
              <a:t>‹#›</a:t>
            </a:fld>
            <a:endParaRPr lang="en-GB"/>
          </a:p>
        </p:txBody>
      </p:sp>
    </p:spTree>
    <p:extLst>
      <p:ext uri="{BB962C8B-B14F-4D97-AF65-F5344CB8AC3E}">
        <p14:creationId xmlns:p14="http://schemas.microsoft.com/office/powerpoint/2010/main" val="4148727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F23BC1-AA2D-E1D3-8454-8AFDC4D80F56}"/>
              </a:ext>
            </a:extLst>
          </p:cNvPr>
          <p:cNvSpPr>
            <a:spLocks noGrp="1"/>
          </p:cNvSpPr>
          <p:nvPr>
            <p:ph type="dt" sz="half" idx="10"/>
          </p:nvPr>
        </p:nvSpPr>
        <p:spPr/>
        <p:txBody>
          <a:bodyPr/>
          <a:lstStyle/>
          <a:p>
            <a:fld id="{62BFFDD3-7410-4F05-9986-85157860ACD4}" type="datetime1">
              <a:rPr lang="en-GB" smtClean="0"/>
              <a:t>20/05/2026</a:t>
            </a:fld>
            <a:endParaRPr lang="en-GB"/>
          </a:p>
        </p:txBody>
      </p:sp>
      <p:sp>
        <p:nvSpPr>
          <p:cNvPr id="3" name="Footer Placeholder 2">
            <a:extLst>
              <a:ext uri="{FF2B5EF4-FFF2-40B4-BE49-F238E27FC236}">
                <a16:creationId xmlns:a16="http://schemas.microsoft.com/office/drawing/2014/main" id="{7EA6405F-2913-1297-5DA8-D135DEB313C4}"/>
              </a:ext>
            </a:extLst>
          </p:cNvPr>
          <p:cNvSpPr>
            <a:spLocks noGrp="1"/>
          </p:cNvSpPr>
          <p:nvPr>
            <p:ph type="ftr" sz="quarter" idx="11"/>
          </p:nvPr>
        </p:nvSpPr>
        <p:spPr/>
        <p:txBody>
          <a:bodyPr/>
          <a:lstStyle/>
          <a:p>
            <a:r>
              <a:rPr lang="en-GB"/>
              <a:t>2</a:t>
            </a:r>
          </a:p>
        </p:txBody>
      </p:sp>
      <p:sp>
        <p:nvSpPr>
          <p:cNvPr id="4" name="Slide Number Placeholder 3">
            <a:extLst>
              <a:ext uri="{FF2B5EF4-FFF2-40B4-BE49-F238E27FC236}">
                <a16:creationId xmlns:a16="http://schemas.microsoft.com/office/drawing/2014/main" id="{E1C165DE-DF88-6DD7-BB4F-052DF1EADA46}"/>
              </a:ext>
            </a:extLst>
          </p:cNvPr>
          <p:cNvSpPr>
            <a:spLocks noGrp="1"/>
          </p:cNvSpPr>
          <p:nvPr>
            <p:ph type="sldNum" sz="quarter" idx="12"/>
          </p:nvPr>
        </p:nvSpPr>
        <p:spPr/>
        <p:txBody>
          <a:bodyPr/>
          <a:lstStyle/>
          <a:p>
            <a:fld id="{4FAEBBF6-D1C0-4A29-AF40-868305D63561}" type="slidenum">
              <a:rPr lang="en-GB" smtClean="0"/>
              <a:t>‹#›</a:t>
            </a:fld>
            <a:endParaRPr lang="en-GB"/>
          </a:p>
        </p:txBody>
      </p:sp>
    </p:spTree>
    <p:extLst>
      <p:ext uri="{BB962C8B-B14F-4D97-AF65-F5344CB8AC3E}">
        <p14:creationId xmlns:p14="http://schemas.microsoft.com/office/powerpoint/2010/main" val="2693892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2A750-0FCA-4927-79CA-60DA5BB77E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ED4C74C-6184-316D-0730-C78C7FF3F1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98EA25C-F7FA-7FD2-FC11-7E77857F4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197185-0A59-CC89-7FA2-7A02409614E1}"/>
              </a:ext>
            </a:extLst>
          </p:cNvPr>
          <p:cNvSpPr>
            <a:spLocks noGrp="1"/>
          </p:cNvSpPr>
          <p:nvPr>
            <p:ph type="dt" sz="half" idx="10"/>
          </p:nvPr>
        </p:nvSpPr>
        <p:spPr/>
        <p:txBody>
          <a:bodyPr/>
          <a:lstStyle/>
          <a:p>
            <a:fld id="{B9D1DD7D-5EEF-47F3-B4F1-2C625B4A515D}" type="datetime1">
              <a:rPr lang="en-GB" smtClean="0"/>
              <a:t>20/05/2026</a:t>
            </a:fld>
            <a:endParaRPr lang="en-GB"/>
          </a:p>
        </p:txBody>
      </p:sp>
      <p:sp>
        <p:nvSpPr>
          <p:cNvPr id="6" name="Footer Placeholder 5">
            <a:extLst>
              <a:ext uri="{FF2B5EF4-FFF2-40B4-BE49-F238E27FC236}">
                <a16:creationId xmlns:a16="http://schemas.microsoft.com/office/drawing/2014/main" id="{EC2394F9-6242-5F3B-7F37-62CD0E640A2D}"/>
              </a:ext>
            </a:extLst>
          </p:cNvPr>
          <p:cNvSpPr>
            <a:spLocks noGrp="1"/>
          </p:cNvSpPr>
          <p:nvPr>
            <p:ph type="ftr" sz="quarter" idx="11"/>
          </p:nvPr>
        </p:nvSpPr>
        <p:spPr/>
        <p:txBody>
          <a:bodyPr/>
          <a:lstStyle/>
          <a:p>
            <a:r>
              <a:rPr lang="en-GB"/>
              <a:t>2</a:t>
            </a:r>
          </a:p>
        </p:txBody>
      </p:sp>
      <p:sp>
        <p:nvSpPr>
          <p:cNvPr id="7" name="Slide Number Placeholder 6">
            <a:extLst>
              <a:ext uri="{FF2B5EF4-FFF2-40B4-BE49-F238E27FC236}">
                <a16:creationId xmlns:a16="http://schemas.microsoft.com/office/drawing/2014/main" id="{07DF54EA-3640-3901-8C1C-801F7A6820C7}"/>
              </a:ext>
            </a:extLst>
          </p:cNvPr>
          <p:cNvSpPr>
            <a:spLocks noGrp="1"/>
          </p:cNvSpPr>
          <p:nvPr>
            <p:ph type="sldNum" sz="quarter" idx="12"/>
          </p:nvPr>
        </p:nvSpPr>
        <p:spPr/>
        <p:txBody>
          <a:bodyPr/>
          <a:lstStyle/>
          <a:p>
            <a:fld id="{4FAEBBF6-D1C0-4A29-AF40-868305D63561}" type="slidenum">
              <a:rPr lang="en-GB" smtClean="0"/>
              <a:t>‹#›</a:t>
            </a:fld>
            <a:endParaRPr lang="en-GB"/>
          </a:p>
        </p:txBody>
      </p:sp>
    </p:spTree>
    <p:extLst>
      <p:ext uri="{BB962C8B-B14F-4D97-AF65-F5344CB8AC3E}">
        <p14:creationId xmlns:p14="http://schemas.microsoft.com/office/powerpoint/2010/main" val="158958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52DFE-B5EA-9571-CAD1-BF34715871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7567CC1-D682-E301-012E-1AAB91FE47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0987F81-E126-861E-0C9E-D8BDBB3EAA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B002E2-A814-D79D-B7BF-7F2B6141B9D4}"/>
              </a:ext>
            </a:extLst>
          </p:cNvPr>
          <p:cNvSpPr>
            <a:spLocks noGrp="1"/>
          </p:cNvSpPr>
          <p:nvPr>
            <p:ph type="dt" sz="half" idx="10"/>
          </p:nvPr>
        </p:nvSpPr>
        <p:spPr/>
        <p:txBody>
          <a:bodyPr/>
          <a:lstStyle/>
          <a:p>
            <a:fld id="{7084CFE4-D83E-4EBA-AC19-3C8A70206A11}" type="datetime1">
              <a:rPr lang="en-GB" smtClean="0"/>
              <a:t>20/05/2026</a:t>
            </a:fld>
            <a:endParaRPr lang="en-GB"/>
          </a:p>
        </p:txBody>
      </p:sp>
      <p:sp>
        <p:nvSpPr>
          <p:cNvPr id="6" name="Footer Placeholder 5">
            <a:extLst>
              <a:ext uri="{FF2B5EF4-FFF2-40B4-BE49-F238E27FC236}">
                <a16:creationId xmlns:a16="http://schemas.microsoft.com/office/drawing/2014/main" id="{0B18DE62-8044-143D-E71A-D67A64039CE5}"/>
              </a:ext>
            </a:extLst>
          </p:cNvPr>
          <p:cNvSpPr>
            <a:spLocks noGrp="1"/>
          </p:cNvSpPr>
          <p:nvPr>
            <p:ph type="ftr" sz="quarter" idx="11"/>
          </p:nvPr>
        </p:nvSpPr>
        <p:spPr/>
        <p:txBody>
          <a:bodyPr/>
          <a:lstStyle/>
          <a:p>
            <a:r>
              <a:rPr lang="en-GB"/>
              <a:t>2</a:t>
            </a:r>
          </a:p>
        </p:txBody>
      </p:sp>
      <p:sp>
        <p:nvSpPr>
          <p:cNvPr id="7" name="Slide Number Placeholder 6">
            <a:extLst>
              <a:ext uri="{FF2B5EF4-FFF2-40B4-BE49-F238E27FC236}">
                <a16:creationId xmlns:a16="http://schemas.microsoft.com/office/drawing/2014/main" id="{1BF317DB-23EA-95BF-2FEF-C2BCDD3DAB86}"/>
              </a:ext>
            </a:extLst>
          </p:cNvPr>
          <p:cNvSpPr>
            <a:spLocks noGrp="1"/>
          </p:cNvSpPr>
          <p:nvPr>
            <p:ph type="sldNum" sz="quarter" idx="12"/>
          </p:nvPr>
        </p:nvSpPr>
        <p:spPr/>
        <p:txBody>
          <a:bodyPr/>
          <a:lstStyle/>
          <a:p>
            <a:fld id="{4FAEBBF6-D1C0-4A29-AF40-868305D63561}" type="slidenum">
              <a:rPr lang="en-GB" smtClean="0"/>
              <a:t>‹#›</a:t>
            </a:fld>
            <a:endParaRPr lang="en-GB"/>
          </a:p>
        </p:txBody>
      </p:sp>
    </p:spTree>
    <p:extLst>
      <p:ext uri="{BB962C8B-B14F-4D97-AF65-F5344CB8AC3E}">
        <p14:creationId xmlns:p14="http://schemas.microsoft.com/office/powerpoint/2010/main" val="1528539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1926E-47E0-7E6E-1809-9BEC09F1F15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E934F38-409A-B492-2152-9DBCFF38B7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B4C4D3E-969E-70EA-A377-6DF300BE28EE}"/>
              </a:ext>
            </a:extLst>
          </p:cNvPr>
          <p:cNvSpPr>
            <a:spLocks noGrp="1"/>
          </p:cNvSpPr>
          <p:nvPr>
            <p:ph type="dt" sz="half" idx="10"/>
          </p:nvPr>
        </p:nvSpPr>
        <p:spPr/>
        <p:txBody>
          <a:bodyPr/>
          <a:lstStyle/>
          <a:p>
            <a:fld id="{8D1D4294-EF1D-49F3-BB10-4D834E5F85E9}" type="datetime1">
              <a:rPr lang="en-GB" smtClean="0"/>
              <a:t>20/05/2026</a:t>
            </a:fld>
            <a:endParaRPr lang="en-GB"/>
          </a:p>
        </p:txBody>
      </p:sp>
      <p:sp>
        <p:nvSpPr>
          <p:cNvPr id="5" name="Footer Placeholder 4">
            <a:extLst>
              <a:ext uri="{FF2B5EF4-FFF2-40B4-BE49-F238E27FC236}">
                <a16:creationId xmlns:a16="http://schemas.microsoft.com/office/drawing/2014/main" id="{6657BE6D-8964-05FC-7068-B9422D421106}"/>
              </a:ext>
            </a:extLst>
          </p:cNvPr>
          <p:cNvSpPr>
            <a:spLocks noGrp="1"/>
          </p:cNvSpPr>
          <p:nvPr>
            <p:ph type="ftr" sz="quarter" idx="11"/>
          </p:nvPr>
        </p:nvSpPr>
        <p:spPr/>
        <p:txBody>
          <a:bodyPr/>
          <a:lstStyle/>
          <a:p>
            <a:r>
              <a:rPr lang="en-GB"/>
              <a:t>2</a:t>
            </a:r>
          </a:p>
        </p:txBody>
      </p:sp>
      <p:sp>
        <p:nvSpPr>
          <p:cNvPr id="6" name="Slide Number Placeholder 5">
            <a:extLst>
              <a:ext uri="{FF2B5EF4-FFF2-40B4-BE49-F238E27FC236}">
                <a16:creationId xmlns:a16="http://schemas.microsoft.com/office/drawing/2014/main" id="{7576745D-426D-12A3-B36D-1D3E2A56EB47}"/>
              </a:ext>
            </a:extLst>
          </p:cNvPr>
          <p:cNvSpPr>
            <a:spLocks noGrp="1"/>
          </p:cNvSpPr>
          <p:nvPr>
            <p:ph type="sldNum" sz="quarter" idx="12"/>
          </p:nvPr>
        </p:nvSpPr>
        <p:spPr/>
        <p:txBody>
          <a:bodyPr/>
          <a:lstStyle/>
          <a:p>
            <a:fld id="{4FAEBBF6-D1C0-4A29-AF40-868305D63561}" type="slidenum">
              <a:rPr lang="en-GB" smtClean="0"/>
              <a:t>‹#›</a:t>
            </a:fld>
            <a:endParaRPr lang="en-GB"/>
          </a:p>
        </p:txBody>
      </p:sp>
    </p:spTree>
    <p:extLst>
      <p:ext uri="{BB962C8B-B14F-4D97-AF65-F5344CB8AC3E}">
        <p14:creationId xmlns:p14="http://schemas.microsoft.com/office/powerpoint/2010/main" val="3142798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33FEAE-3AA6-582C-8018-CD965407C76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8BC2D90-F923-3196-0895-883BDDA079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851AA81-2C73-E49D-8B73-43941E8CC04F}"/>
              </a:ext>
            </a:extLst>
          </p:cNvPr>
          <p:cNvSpPr>
            <a:spLocks noGrp="1"/>
          </p:cNvSpPr>
          <p:nvPr>
            <p:ph type="dt" sz="half" idx="10"/>
          </p:nvPr>
        </p:nvSpPr>
        <p:spPr/>
        <p:txBody>
          <a:bodyPr/>
          <a:lstStyle/>
          <a:p>
            <a:fld id="{EEDD72D6-4A9F-417A-893A-50CB1C4683D7}" type="datetime1">
              <a:rPr lang="en-GB" smtClean="0"/>
              <a:t>20/05/2026</a:t>
            </a:fld>
            <a:endParaRPr lang="en-GB"/>
          </a:p>
        </p:txBody>
      </p:sp>
      <p:sp>
        <p:nvSpPr>
          <p:cNvPr id="5" name="Footer Placeholder 4">
            <a:extLst>
              <a:ext uri="{FF2B5EF4-FFF2-40B4-BE49-F238E27FC236}">
                <a16:creationId xmlns:a16="http://schemas.microsoft.com/office/drawing/2014/main" id="{D82A4940-DBC8-1AAF-875F-C75989E20B1A}"/>
              </a:ext>
            </a:extLst>
          </p:cNvPr>
          <p:cNvSpPr>
            <a:spLocks noGrp="1"/>
          </p:cNvSpPr>
          <p:nvPr>
            <p:ph type="ftr" sz="quarter" idx="11"/>
          </p:nvPr>
        </p:nvSpPr>
        <p:spPr/>
        <p:txBody>
          <a:bodyPr/>
          <a:lstStyle/>
          <a:p>
            <a:r>
              <a:rPr lang="en-GB"/>
              <a:t>2</a:t>
            </a:r>
          </a:p>
        </p:txBody>
      </p:sp>
      <p:sp>
        <p:nvSpPr>
          <p:cNvPr id="6" name="Slide Number Placeholder 5">
            <a:extLst>
              <a:ext uri="{FF2B5EF4-FFF2-40B4-BE49-F238E27FC236}">
                <a16:creationId xmlns:a16="http://schemas.microsoft.com/office/drawing/2014/main" id="{478B484F-0D5F-B7E5-BF8C-8AF45BEAAFDD}"/>
              </a:ext>
            </a:extLst>
          </p:cNvPr>
          <p:cNvSpPr>
            <a:spLocks noGrp="1"/>
          </p:cNvSpPr>
          <p:nvPr>
            <p:ph type="sldNum" sz="quarter" idx="12"/>
          </p:nvPr>
        </p:nvSpPr>
        <p:spPr/>
        <p:txBody>
          <a:bodyPr/>
          <a:lstStyle/>
          <a:p>
            <a:fld id="{4FAEBBF6-D1C0-4A29-AF40-868305D63561}" type="slidenum">
              <a:rPr lang="en-GB" smtClean="0"/>
              <a:t>‹#›</a:t>
            </a:fld>
            <a:endParaRPr lang="en-GB"/>
          </a:p>
        </p:txBody>
      </p:sp>
    </p:spTree>
    <p:extLst>
      <p:ext uri="{BB962C8B-B14F-4D97-AF65-F5344CB8AC3E}">
        <p14:creationId xmlns:p14="http://schemas.microsoft.com/office/powerpoint/2010/main" val="1808362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E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6B58F4-356C-F42C-C558-667380F0E9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9FB2604-CC5C-17E4-6975-178CDE70AC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AB68EA0-374A-AB41-E1FC-09F402477E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81C097-1D77-4C05-B499-6FD946EBEE30}" type="datetime1">
              <a:rPr lang="en-GB" smtClean="0"/>
              <a:t>20/05/2026</a:t>
            </a:fld>
            <a:endParaRPr lang="en-GB"/>
          </a:p>
        </p:txBody>
      </p:sp>
      <p:sp>
        <p:nvSpPr>
          <p:cNvPr id="5" name="Footer Placeholder 4">
            <a:extLst>
              <a:ext uri="{FF2B5EF4-FFF2-40B4-BE49-F238E27FC236}">
                <a16:creationId xmlns:a16="http://schemas.microsoft.com/office/drawing/2014/main" id="{0EAA6674-0066-502B-FF6C-1C9C4F9823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2</a:t>
            </a:r>
          </a:p>
        </p:txBody>
      </p:sp>
      <p:sp>
        <p:nvSpPr>
          <p:cNvPr id="6" name="Slide Number Placeholder 5">
            <a:extLst>
              <a:ext uri="{FF2B5EF4-FFF2-40B4-BE49-F238E27FC236}">
                <a16:creationId xmlns:a16="http://schemas.microsoft.com/office/drawing/2014/main" id="{5404EAC5-B592-612F-C468-184A49D539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AEBBF6-D1C0-4A29-AF40-868305D63561}" type="slidenum">
              <a:rPr lang="en-GB" smtClean="0"/>
              <a:t>‹#›</a:t>
            </a:fld>
            <a:endParaRPr lang="en-GB"/>
          </a:p>
        </p:txBody>
      </p:sp>
    </p:spTree>
    <p:extLst>
      <p:ext uri="{BB962C8B-B14F-4D97-AF65-F5344CB8AC3E}">
        <p14:creationId xmlns:p14="http://schemas.microsoft.com/office/powerpoint/2010/main" val="589075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19C501C-7BB2-9205-5AA2-97654BBBAA8A}"/>
              </a:ext>
            </a:extLst>
          </p:cNvPr>
          <p:cNvSpPr txBox="1"/>
          <p:nvPr/>
        </p:nvSpPr>
        <p:spPr>
          <a:xfrm>
            <a:off x="4649834" y="4678429"/>
            <a:ext cx="2892330" cy="1138773"/>
          </a:xfrm>
          <a:prstGeom prst="rect">
            <a:avLst/>
          </a:prstGeom>
          <a:noFill/>
        </p:spPr>
        <p:txBody>
          <a:bodyPr wrap="none" rtlCol="0">
            <a:spAutoFit/>
          </a:bodyPr>
          <a:lstStyle/>
          <a:p>
            <a:pPr algn="ctr"/>
            <a:r>
              <a:rPr lang="en-GB" sz="2000" dirty="0">
                <a:latin typeface="Avenir Next LT Pro" panose="020B0504020202020204" pitchFamily="34" charset="0"/>
              </a:rPr>
              <a:t>Kacper Popis</a:t>
            </a:r>
          </a:p>
          <a:p>
            <a:pPr algn="ctr"/>
            <a:r>
              <a:rPr lang="en-GB" sz="1600" dirty="0">
                <a:latin typeface="Avenir Next LT Pro" panose="020B0504020202020204" pitchFamily="34" charset="0"/>
              </a:rPr>
              <a:t>23161791</a:t>
            </a:r>
          </a:p>
          <a:p>
            <a:pPr algn="ctr"/>
            <a:r>
              <a:rPr lang="en-GB" sz="1600" dirty="0">
                <a:latin typeface="Avenir Next LT Pro" panose="020B0504020202020204" pitchFamily="34" charset="0"/>
              </a:rPr>
              <a:t>Birmingham City University</a:t>
            </a:r>
          </a:p>
          <a:p>
            <a:pPr algn="ctr"/>
            <a:r>
              <a:rPr lang="en-GB" sz="1600" dirty="0">
                <a:latin typeface="Avenir Next LT Pro" panose="020B0504020202020204" pitchFamily="34" charset="0"/>
              </a:rPr>
              <a:t>kacper.popis@mail.bcu.ac.uk</a:t>
            </a:r>
          </a:p>
        </p:txBody>
      </p:sp>
      <p:sp>
        <p:nvSpPr>
          <p:cNvPr id="5" name="TextBox 4">
            <a:extLst>
              <a:ext uri="{FF2B5EF4-FFF2-40B4-BE49-F238E27FC236}">
                <a16:creationId xmlns:a16="http://schemas.microsoft.com/office/drawing/2014/main" id="{ABBE9EC7-DC51-EAB9-B7FD-E4503E74A85E}"/>
              </a:ext>
            </a:extLst>
          </p:cNvPr>
          <p:cNvSpPr txBox="1"/>
          <p:nvPr/>
        </p:nvSpPr>
        <p:spPr>
          <a:xfrm>
            <a:off x="4743317" y="1791498"/>
            <a:ext cx="2705362" cy="461665"/>
          </a:xfrm>
          <a:prstGeom prst="rect">
            <a:avLst/>
          </a:prstGeom>
          <a:noFill/>
        </p:spPr>
        <p:txBody>
          <a:bodyPr wrap="square" rtlCol="0">
            <a:spAutoFit/>
          </a:bodyPr>
          <a:lstStyle/>
          <a:p>
            <a:r>
              <a:rPr lang="en-GB" sz="2400" dirty="0">
                <a:latin typeface="Avenir Next LT Pro" panose="020B0504020202020204" pitchFamily="34" charset="0"/>
              </a:rPr>
              <a:t>Placement Review</a:t>
            </a:r>
          </a:p>
        </p:txBody>
      </p:sp>
      <p:sp>
        <p:nvSpPr>
          <p:cNvPr id="6" name="TextBox 5">
            <a:extLst>
              <a:ext uri="{FF2B5EF4-FFF2-40B4-BE49-F238E27FC236}">
                <a16:creationId xmlns:a16="http://schemas.microsoft.com/office/drawing/2014/main" id="{A1CB1B37-3185-6B3D-4E30-9701ACFA7009}"/>
              </a:ext>
            </a:extLst>
          </p:cNvPr>
          <p:cNvSpPr txBox="1"/>
          <p:nvPr/>
        </p:nvSpPr>
        <p:spPr>
          <a:xfrm>
            <a:off x="3880734" y="2938619"/>
            <a:ext cx="4430532" cy="276999"/>
          </a:xfrm>
          <a:prstGeom prst="rect">
            <a:avLst/>
          </a:prstGeom>
          <a:noFill/>
        </p:spPr>
        <p:txBody>
          <a:bodyPr wrap="square" rtlCol="0">
            <a:spAutoFit/>
          </a:bodyPr>
          <a:lstStyle/>
          <a:p>
            <a:r>
              <a:rPr lang="en-GB" sz="1200" dirty="0">
                <a:latin typeface="Avenir Next LT Pro" panose="020B0504020202020204" pitchFamily="34" charset="0"/>
              </a:rPr>
              <a:t>PPY5004 PROFESSIONAL PLACMENENT YEAR A AYR 2025/6</a:t>
            </a:r>
          </a:p>
        </p:txBody>
      </p:sp>
      <p:sp>
        <p:nvSpPr>
          <p:cNvPr id="8" name="TextBox 7">
            <a:extLst>
              <a:ext uri="{FF2B5EF4-FFF2-40B4-BE49-F238E27FC236}">
                <a16:creationId xmlns:a16="http://schemas.microsoft.com/office/drawing/2014/main" id="{84324F6A-CD21-CF38-FD7C-9DD4AECD07E8}"/>
              </a:ext>
            </a:extLst>
          </p:cNvPr>
          <p:cNvSpPr txBox="1"/>
          <p:nvPr/>
        </p:nvSpPr>
        <p:spPr>
          <a:xfrm>
            <a:off x="4119101" y="2253164"/>
            <a:ext cx="3953795" cy="584775"/>
          </a:xfrm>
          <a:prstGeom prst="rect">
            <a:avLst/>
          </a:prstGeom>
          <a:noFill/>
        </p:spPr>
        <p:txBody>
          <a:bodyPr wrap="square" rtlCol="0">
            <a:spAutoFit/>
          </a:bodyPr>
          <a:lstStyle/>
          <a:p>
            <a:r>
              <a:rPr lang="en-GB" sz="3200" b="1" dirty="0">
                <a:latin typeface="Avenir Next LT Pro" panose="020B0504020202020204" pitchFamily="34" charset="0"/>
              </a:rPr>
              <a:t>Scanmetals UK LTD</a:t>
            </a:r>
          </a:p>
        </p:txBody>
      </p:sp>
      <p:cxnSp>
        <p:nvCxnSpPr>
          <p:cNvPr id="11" name="Straight Connector 10">
            <a:extLst>
              <a:ext uri="{FF2B5EF4-FFF2-40B4-BE49-F238E27FC236}">
                <a16:creationId xmlns:a16="http://schemas.microsoft.com/office/drawing/2014/main" id="{3BE540BA-E313-8FC4-CD9D-FA0E1E56FC2C}"/>
              </a:ext>
            </a:extLst>
          </p:cNvPr>
          <p:cNvCxnSpPr>
            <a:cxnSpLocks/>
          </p:cNvCxnSpPr>
          <p:nvPr/>
        </p:nvCxnSpPr>
        <p:spPr>
          <a:xfrm>
            <a:off x="3575998" y="2837939"/>
            <a:ext cx="5040000" cy="0"/>
          </a:xfrm>
          <a:prstGeom prst="line">
            <a:avLst/>
          </a:prstGeom>
        </p:spPr>
        <p:style>
          <a:lnRef idx="2">
            <a:schemeClr val="accent3"/>
          </a:lnRef>
          <a:fillRef idx="0">
            <a:schemeClr val="accent3"/>
          </a:fillRef>
          <a:effectRef idx="1">
            <a:schemeClr val="accent3"/>
          </a:effectRef>
          <a:fontRef idx="minor">
            <a:schemeClr val="tx1"/>
          </a:fontRef>
        </p:style>
      </p:cxnSp>
      <p:pic>
        <p:nvPicPr>
          <p:cNvPr id="14" name="Picture 13">
            <a:extLst>
              <a:ext uri="{FF2B5EF4-FFF2-40B4-BE49-F238E27FC236}">
                <a16:creationId xmlns:a16="http://schemas.microsoft.com/office/drawing/2014/main" id="{080E1F2C-E37B-4480-7725-E8AF207C4F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90888" y="118871"/>
            <a:ext cx="2682240" cy="1105625"/>
          </a:xfrm>
          <a:prstGeom prst="rect">
            <a:avLst/>
          </a:prstGeom>
        </p:spPr>
      </p:pic>
      <p:sp>
        <p:nvSpPr>
          <p:cNvPr id="18" name="Footer Placeholder 17">
            <a:extLst>
              <a:ext uri="{FF2B5EF4-FFF2-40B4-BE49-F238E27FC236}">
                <a16:creationId xmlns:a16="http://schemas.microsoft.com/office/drawing/2014/main" id="{DE1B40BC-69E5-58A6-3E22-B1F91B6AF910}"/>
              </a:ext>
            </a:extLst>
          </p:cNvPr>
          <p:cNvSpPr>
            <a:spLocks noGrp="1"/>
          </p:cNvSpPr>
          <p:nvPr>
            <p:ph type="ftr" sz="quarter" idx="11"/>
          </p:nvPr>
        </p:nvSpPr>
        <p:spPr/>
        <p:txBody>
          <a:bodyPr/>
          <a:lstStyle/>
          <a:p>
            <a:fld id="{1FF63C53-F30D-47F3-8378-F3BFE3D85B11}" type="slidenum">
              <a:rPr lang="en-GB" smtClean="0"/>
              <a:t>1</a:t>
            </a:fld>
            <a:endParaRPr lang="en-GB" dirty="0"/>
          </a:p>
        </p:txBody>
      </p:sp>
    </p:spTree>
    <p:extLst>
      <p:ext uri="{BB962C8B-B14F-4D97-AF65-F5344CB8AC3E}">
        <p14:creationId xmlns:p14="http://schemas.microsoft.com/office/powerpoint/2010/main" val="3594190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C1F9D-9EE7-C35A-329A-F0AC2E4549C5}"/>
              </a:ext>
            </a:extLst>
          </p:cNvPr>
          <p:cNvSpPr>
            <a:spLocks noGrp="1"/>
          </p:cNvSpPr>
          <p:nvPr>
            <p:ph type="title"/>
          </p:nvPr>
        </p:nvSpPr>
        <p:spPr>
          <a:xfrm>
            <a:off x="192024" y="248446"/>
            <a:ext cx="4187952" cy="524031"/>
          </a:xfrm>
        </p:spPr>
        <p:txBody>
          <a:bodyPr>
            <a:noAutofit/>
          </a:bodyPr>
          <a:lstStyle/>
          <a:p>
            <a:r>
              <a:rPr lang="en-GB" sz="2800" dirty="0">
                <a:latin typeface="Avenir Next LT Pro" panose="020B0504020202020204" pitchFamily="34" charset="0"/>
              </a:rPr>
              <a:t>Placement Background</a:t>
            </a:r>
          </a:p>
        </p:txBody>
      </p:sp>
      <p:sp>
        <p:nvSpPr>
          <p:cNvPr id="3" name="Content Placeholder 2">
            <a:extLst>
              <a:ext uri="{FF2B5EF4-FFF2-40B4-BE49-F238E27FC236}">
                <a16:creationId xmlns:a16="http://schemas.microsoft.com/office/drawing/2014/main" id="{79A3BEDD-841B-7D52-63A0-0D8DC77347B2}"/>
              </a:ext>
            </a:extLst>
          </p:cNvPr>
          <p:cNvSpPr>
            <a:spLocks noGrp="1"/>
          </p:cNvSpPr>
          <p:nvPr>
            <p:ph idx="1"/>
          </p:nvPr>
        </p:nvSpPr>
        <p:spPr>
          <a:xfrm>
            <a:off x="609600" y="1834769"/>
            <a:ext cx="10847832" cy="4351338"/>
          </a:xfrm>
        </p:spPr>
        <p:txBody>
          <a:bodyPr>
            <a:normAutofit/>
          </a:bodyPr>
          <a:lstStyle/>
          <a:p>
            <a:r>
              <a:rPr lang="en-GB" sz="2400" b="1" dirty="0">
                <a:latin typeface="Avenir Next LT Pro" panose="020B0504020202020204" pitchFamily="34" charset="0"/>
              </a:rPr>
              <a:t>Name</a:t>
            </a:r>
            <a:r>
              <a:rPr lang="en-GB" sz="2400" dirty="0">
                <a:latin typeface="Avenir Next LT Pro" panose="020B0504020202020204" pitchFamily="34" charset="0"/>
              </a:rPr>
              <a:t>:</a:t>
            </a:r>
            <a:r>
              <a:rPr lang="en-GB" sz="2400" b="1" dirty="0">
                <a:latin typeface="Avenir Next LT Pro" panose="020B0504020202020204" pitchFamily="34" charset="0"/>
              </a:rPr>
              <a:t> </a:t>
            </a:r>
            <a:r>
              <a:rPr lang="en-GB" sz="2400" dirty="0">
                <a:latin typeface="Avenir Next LT Pro" panose="020B0504020202020204" pitchFamily="34" charset="0"/>
              </a:rPr>
              <a:t>Scanmetals UK LTD</a:t>
            </a:r>
          </a:p>
          <a:p>
            <a:pPr lvl="1"/>
            <a:r>
              <a:rPr lang="de-DE" sz="2000" dirty="0">
                <a:latin typeface="Avenir Next LT Pro" panose="020B0504020202020204" pitchFamily="34" charset="0"/>
              </a:rPr>
              <a:t>28 </a:t>
            </a:r>
            <a:r>
              <a:rPr lang="de-DE" sz="2000" dirty="0" err="1">
                <a:latin typeface="Avenir Next LT Pro" panose="020B0504020202020204" pitchFamily="34" charset="0"/>
              </a:rPr>
              <a:t>Bilston</a:t>
            </a:r>
            <a:r>
              <a:rPr lang="de-DE" sz="2000" dirty="0">
                <a:latin typeface="Avenir Next LT Pro" panose="020B0504020202020204" pitchFamily="34" charset="0"/>
              </a:rPr>
              <a:t> </a:t>
            </a:r>
            <a:r>
              <a:rPr lang="de-DE" sz="2000" dirty="0" err="1">
                <a:latin typeface="Avenir Next LT Pro" panose="020B0504020202020204" pitchFamily="34" charset="0"/>
              </a:rPr>
              <a:t>Ln</a:t>
            </a:r>
            <a:r>
              <a:rPr lang="de-DE" sz="2000" dirty="0">
                <a:latin typeface="Avenir Next LT Pro" panose="020B0504020202020204" pitchFamily="34" charset="0"/>
              </a:rPr>
              <a:t>, </a:t>
            </a:r>
            <a:r>
              <a:rPr lang="de-DE" sz="2000" dirty="0" err="1">
                <a:latin typeface="Avenir Next LT Pro" panose="020B0504020202020204" pitchFamily="34" charset="0"/>
              </a:rPr>
              <a:t>Willenhall</a:t>
            </a:r>
            <a:r>
              <a:rPr lang="de-DE" sz="2000" dirty="0">
                <a:latin typeface="Avenir Next LT Pro" panose="020B0504020202020204" pitchFamily="34" charset="0"/>
              </a:rPr>
              <a:t> WV13 2QE</a:t>
            </a:r>
            <a:endParaRPr lang="en-GB" sz="2000" dirty="0">
              <a:latin typeface="Avenir Next LT Pro" panose="020B0504020202020204" pitchFamily="34" charset="0"/>
            </a:endParaRPr>
          </a:p>
          <a:p>
            <a:endParaRPr lang="en-GB" sz="2400" dirty="0">
              <a:latin typeface="Avenir Next LT Pro" panose="020B0504020202020204" pitchFamily="34" charset="0"/>
            </a:endParaRPr>
          </a:p>
          <a:p>
            <a:r>
              <a:rPr lang="en-GB" sz="2400" b="1" dirty="0">
                <a:latin typeface="Avenir Next LT Pro" panose="020B0504020202020204" pitchFamily="34" charset="0"/>
              </a:rPr>
              <a:t>Placement Job Title</a:t>
            </a:r>
            <a:r>
              <a:rPr lang="en-GB" sz="2400" dirty="0">
                <a:latin typeface="Avenir Next LT Pro" panose="020B0504020202020204" pitchFamily="34" charset="0"/>
              </a:rPr>
              <a:t>: Document Control Assistant &amp; IT Administrator / Developer</a:t>
            </a:r>
          </a:p>
          <a:p>
            <a:pPr lvl="1"/>
            <a:r>
              <a:rPr lang="en-GB" sz="2000" dirty="0">
                <a:latin typeface="Avenir Next LT Pro" panose="020B0504020202020204" pitchFamily="34" charset="0"/>
              </a:rPr>
              <a:t>Report To Kieron Walsh (Document Controller / Compliance Administrator)</a:t>
            </a:r>
          </a:p>
          <a:p>
            <a:endParaRPr lang="en-GB" sz="2400" dirty="0">
              <a:latin typeface="Avenir Next LT Pro" panose="020B0504020202020204" pitchFamily="34" charset="0"/>
            </a:endParaRPr>
          </a:p>
          <a:p>
            <a:r>
              <a:rPr lang="en-GB" sz="2400" b="1" dirty="0">
                <a:latin typeface="Avenir Next LT Pro" panose="020B0504020202020204" pitchFamily="34" charset="0"/>
              </a:rPr>
              <a:t>Employment</a:t>
            </a:r>
            <a:r>
              <a:rPr lang="en-GB" sz="2400" dirty="0">
                <a:latin typeface="Avenir Next LT Pro" panose="020B0504020202020204" pitchFamily="34" charset="0"/>
              </a:rPr>
              <a:t>: Started working on 18/08/2025</a:t>
            </a:r>
          </a:p>
          <a:p>
            <a:pPr lvl="1"/>
            <a:r>
              <a:rPr lang="en-GB" sz="2000" dirty="0">
                <a:latin typeface="Avenir Next LT Pro" panose="020B0504020202020204" pitchFamily="34" charset="0"/>
              </a:rPr>
              <a:t>Still working with the company to this day</a:t>
            </a:r>
          </a:p>
        </p:txBody>
      </p:sp>
      <p:cxnSp>
        <p:nvCxnSpPr>
          <p:cNvPr id="5" name="Straight Connector 4">
            <a:extLst>
              <a:ext uri="{FF2B5EF4-FFF2-40B4-BE49-F238E27FC236}">
                <a16:creationId xmlns:a16="http://schemas.microsoft.com/office/drawing/2014/main" id="{9340C3F4-022D-A33D-2FBF-DFEE92F9DF9D}"/>
              </a:ext>
            </a:extLst>
          </p:cNvPr>
          <p:cNvCxnSpPr>
            <a:cxnSpLocks/>
          </p:cNvCxnSpPr>
          <p:nvPr/>
        </p:nvCxnSpPr>
        <p:spPr>
          <a:xfrm>
            <a:off x="118870" y="777240"/>
            <a:ext cx="4709160" cy="0"/>
          </a:xfrm>
          <a:prstGeom prst="line">
            <a:avLst/>
          </a:prstGeom>
        </p:spPr>
        <p:style>
          <a:lnRef idx="2">
            <a:schemeClr val="accent3"/>
          </a:lnRef>
          <a:fillRef idx="0">
            <a:schemeClr val="accent3"/>
          </a:fillRef>
          <a:effectRef idx="1">
            <a:schemeClr val="accent3"/>
          </a:effectRef>
          <a:fontRef idx="minor">
            <a:schemeClr val="tx1"/>
          </a:fontRef>
        </p:style>
      </p:cxnSp>
      <p:sp>
        <p:nvSpPr>
          <p:cNvPr id="11" name="Footer Placeholder 10">
            <a:extLst>
              <a:ext uri="{FF2B5EF4-FFF2-40B4-BE49-F238E27FC236}">
                <a16:creationId xmlns:a16="http://schemas.microsoft.com/office/drawing/2014/main" id="{2D1EE247-52A8-4841-E339-D7CFFEF70A51}"/>
              </a:ext>
            </a:extLst>
          </p:cNvPr>
          <p:cNvSpPr>
            <a:spLocks noGrp="1"/>
          </p:cNvSpPr>
          <p:nvPr>
            <p:ph type="ftr" sz="quarter" idx="11"/>
          </p:nvPr>
        </p:nvSpPr>
        <p:spPr/>
        <p:txBody>
          <a:bodyPr/>
          <a:lstStyle/>
          <a:p>
            <a:fld id="{52CDF24C-96DD-4D5F-A199-98D7923F4FD1}" type="slidenum">
              <a:rPr lang="en-GB" smtClean="0"/>
              <a:t>2</a:t>
            </a:fld>
            <a:endParaRPr lang="en-GB" dirty="0"/>
          </a:p>
        </p:txBody>
      </p:sp>
    </p:spTree>
    <p:extLst>
      <p:ext uri="{BB962C8B-B14F-4D97-AF65-F5344CB8AC3E}">
        <p14:creationId xmlns:p14="http://schemas.microsoft.com/office/powerpoint/2010/main" val="165011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7B387-0603-B750-2F43-7FD31F3A37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62B8E3-F6D8-9673-518C-26A7F8339E37}"/>
              </a:ext>
            </a:extLst>
          </p:cNvPr>
          <p:cNvSpPr>
            <a:spLocks noGrp="1"/>
          </p:cNvSpPr>
          <p:nvPr>
            <p:ph type="title"/>
          </p:nvPr>
        </p:nvSpPr>
        <p:spPr>
          <a:xfrm>
            <a:off x="192024" y="248446"/>
            <a:ext cx="4187952" cy="524031"/>
          </a:xfrm>
        </p:spPr>
        <p:txBody>
          <a:bodyPr>
            <a:noAutofit/>
          </a:bodyPr>
          <a:lstStyle/>
          <a:p>
            <a:r>
              <a:rPr lang="en-GB" sz="2800" dirty="0">
                <a:latin typeface="Avenir Next LT Pro" panose="020B0504020202020204" pitchFamily="34" charset="0"/>
              </a:rPr>
              <a:t>Placement Background</a:t>
            </a:r>
          </a:p>
        </p:txBody>
      </p:sp>
      <p:sp>
        <p:nvSpPr>
          <p:cNvPr id="3" name="Content Placeholder 2">
            <a:extLst>
              <a:ext uri="{FF2B5EF4-FFF2-40B4-BE49-F238E27FC236}">
                <a16:creationId xmlns:a16="http://schemas.microsoft.com/office/drawing/2014/main" id="{82DAE760-49D4-C8A5-D546-BAB220ED5A79}"/>
              </a:ext>
            </a:extLst>
          </p:cNvPr>
          <p:cNvSpPr>
            <a:spLocks noGrp="1"/>
          </p:cNvSpPr>
          <p:nvPr>
            <p:ph idx="1"/>
          </p:nvPr>
        </p:nvSpPr>
        <p:spPr>
          <a:xfrm>
            <a:off x="609600" y="1834769"/>
            <a:ext cx="10847832" cy="4351338"/>
          </a:xfrm>
        </p:spPr>
        <p:txBody>
          <a:bodyPr>
            <a:normAutofit/>
          </a:bodyPr>
          <a:lstStyle/>
          <a:p>
            <a:r>
              <a:rPr lang="en-GB" sz="2000" dirty="0">
                <a:latin typeface="Avenir Next LT Pro" panose="020B0504020202020204" pitchFamily="34" charset="0"/>
              </a:rPr>
              <a:t>Scanmetals is a leader in the recovery of non-ferrous metal from incinerator bottom ash (IBA). The recovered non-ferrous metals are cleaned, separated into different fractions and sold to primary and secondary smelters, refineries, ingot makers and foundries globally.</a:t>
            </a:r>
          </a:p>
          <a:p>
            <a:endParaRPr lang="en-GB" sz="2000" dirty="0">
              <a:latin typeface="Avenir Next LT Pro" panose="020B0504020202020204" pitchFamily="34" charset="0"/>
            </a:endParaRPr>
          </a:p>
          <a:p>
            <a:r>
              <a:rPr lang="en-GB" sz="2000" dirty="0">
                <a:latin typeface="Avenir Next LT Pro" panose="020B0504020202020204" pitchFamily="34" charset="0"/>
              </a:rPr>
              <a:t>Currently Scanmetals operates within the following countries: Denmark, United Kingdom, German &amp; Spain. I’m situated within the UK site, but I have worked alongside and assisted in works with all sites – be that in meetings or working on projects.</a:t>
            </a:r>
          </a:p>
          <a:p>
            <a:endParaRPr lang="en-GB" sz="2000" dirty="0">
              <a:latin typeface="Avenir Next LT Pro" panose="020B0504020202020204" pitchFamily="34" charset="0"/>
            </a:endParaRPr>
          </a:p>
          <a:p>
            <a:r>
              <a:rPr lang="en-GB" sz="2000" dirty="0">
                <a:latin typeface="Avenir Next LT Pro" panose="020B0504020202020204" pitchFamily="34" charset="0"/>
              </a:rPr>
              <a:t>The IT is managed by an external company called Zentura, a company in Denmark, which have grown alongside the company and manage our Azure, Microsoft and Cloud environment. And as a part of my role, I’ve been working alongside them, and even getting assistance with in-house projects.</a:t>
            </a:r>
          </a:p>
        </p:txBody>
      </p:sp>
      <p:cxnSp>
        <p:nvCxnSpPr>
          <p:cNvPr id="5" name="Straight Connector 4">
            <a:extLst>
              <a:ext uri="{FF2B5EF4-FFF2-40B4-BE49-F238E27FC236}">
                <a16:creationId xmlns:a16="http://schemas.microsoft.com/office/drawing/2014/main" id="{4953E666-CC01-AECD-A933-F22074BF410A}"/>
              </a:ext>
            </a:extLst>
          </p:cNvPr>
          <p:cNvCxnSpPr>
            <a:cxnSpLocks/>
          </p:cNvCxnSpPr>
          <p:nvPr/>
        </p:nvCxnSpPr>
        <p:spPr>
          <a:xfrm>
            <a:off x="118870" y="777240"/>
            <a:ext cx="4709160" cy="0"/>
          </a:xfrm>
          <a:prstGeom prst="line">
            <a:avLst/>
          </a:prstGeom>
        </p:spPr>
        <p:style>
          <a:lnRef idx="2">
            <a:schemeClr val="accent3"/>
          </a:lnRef>
          <a:fillRef idx="0">
            <a:schemeClr val="accent3"/>
          </a:fillRef>
          <a:effectRef idx="1">
            <a:schemeClr val="accent3"/>
          </a:effectRef>
          <a:fontRef idx="minor">
            <a:schemeClr val="tx1"/>
          </a:fontRef>
        </p:style>
      </p:cxnSp>
      <p:sp>
        <p:nvSpPr>
          <p:cNvPr id="11" name="Footer Placeholder 10">
            <a:extLst>
              <a:ext uri="{FF2B5EF4-FFF2-40B4-BE49-F238E27FC236}">
                <a16:creationId xmlns:a16="http://schemas.microsoft.com/office/drawing/2014/main" id="{A88E65EB-203A-5FBB-050D-5EDB93C9BBA1}"/>
              </a:ext>
            </a:extLst>
          </p:cNvPr>
          <p:cNvSpPr>
            <a:spLocks noGrp="1"/>
          </p:cNvSpPr>
          <p:nvPr>
            <p:ph type="ftr" sz="quarter" idx="11"/>
          </p:nvPr>
        </p:nvSpPr>
        <p:spPr/>
        <p:txBody>
          <a:bodyPr/>
          <a:lstStyle/>
          <a:p>
            <a:fld id="{52CDF24C-96DD-4D5F-A199-98D7923F4FD1}" type="slidenum">
              <a:rPr lang="en-GB" smtClean="0"/>
              <a:t>3</a:t>
            </a:fld>
            <a:endParaRPr lang="en-GB" dirty="0"/>
          </a:p>
        </p:txBody>
      </p:sp>
    </p:spTree>
    <p:extLst>
      <p:ext uri="{BB962C8B-B14F-4D97-AF65-F5344CB8AC3E}">
        <p14:creationId xmlns:p14="http://schemas.microsoft.com/office/powerpoint/2010/main" val="1004986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FBAF9-2BD6-040E-E470-FD5DA69C2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0DA93-02A9-504C-77E3-9E84183F04BD}"/>
              </a:ext>
            </a:extLst>
          </p:cNvPr>
          <p:cNvSpPr>
            <a:spLocks noGrp="1"/>
          </p:cNvSpPr>
          <p:nvPr>
            <p:ph type="title"/>
          </p:nvPr>
        </p:nvSpPr>
        <p:spPr>
          <a:xfrm>
            <a:off x="192024" y="248446"/>
            <a:ext cx="4187952" cy="524031"/>
          </a:xfrm>
        </p:spPr>
        <p:txBody>
          <a:bodyPr>
            <a:noAutofit/>
          </a:bodyPr>
          <a:lstStyle/>
          <a:p>
            <a:r>
              <a:rPr lang="en-GB" sz="2800" dirty="0">
                <a:latin typeface="Avenir Next LT Pro" panose="020B0504020202020204" pitchFamily="34" charset="0"/>
              </a:rPr>
              <a:t>Roles &amp; Responsibilities</a:t>
            </a:r>
          </a:p>
        </p:txBody>
      </p:sp>
      <p:sp>
        <p:nvSpPr>
          <p:cNvPr id="3" name="Content Placeholder 2">
            <a:extLst>
              <a:ext uri="{FF2B5EF4-FFF2-40B4-BE49-F238E27FC236}">
                <a16:creationId xmlns:a16="http://schemas.microsoft.com/office/drawing/2014/main" id="{DCBCD69D-E6DC-5EB6-560C-9CDA0095764C}"/>
              </a:ext>
            </a:extLst>
          </p:cNvPr>
          <p:cNvSpPr>
            <a:spLocks noGrp="1"/>
          </p:cNvSpPr>
          <p:nvPr>
            <p:ph idx="1"/>
          </p:nvPr>
        </p:nvSpPr>
        <p:spPr>
          <a:xfrm>
            <a:off x="609601" y="1834768"/>
            <a:ext cx="5029199" cy="4516817"/>
          </a:xfrm>
        </p:spPr>
        <p:txBody>
          <a:bodyPr>
            <a:normAutofit lnSpcReduction="10000"/>
          </a:bodyPr>
          <a:lstStyle/>
          <a:p>
            <a:r>
              <a:rPr lang="en-GB" sz="2000" b="1" dirty="0">
                <a:latin typeface="Avenir Next LT Pro" panose="020B0504020202020204" pitchFamily="34" charset="0"/>
              </a:rPr>
              <a:t>Document Controller</a:t>
            </a:r>
          </a:p>
          <a:p>
            <a:pPr lvl="1"/>
            <a:r>
              <a:rPr lang="en-GB" sz="1200" dirty="0">
                <a:latin typeface="Avenir Next LT Pro" panose="020B0504020202020204" pitchFamily="34" charset="0"/>
              </a:rPr>
              <a:t>Review the changes made by process owners on draft documents</a:t>
            </a:r>
          </a:p>
          <a:p>
            <a:pPr lvl="1"/>
            <a:r>
              <a:rPr lang="en-GB" sz="1200" dirty="0">
                <a:latin typeface="Avenir Next LT Pro" panose="020B0504020202020204" pitchFamily="34" charset="0"/>
              </a:rPr>
              <a:t>Finalise documents into our IMS which then get published to different sectors of the company for employees to utilise</a:t>
            </a:r>
          </a:p>
          <a:p>
            <a:r>
              <a:rPr lang="en-GB" sz="2000" b="1" dirty="0">
                <a:latin typeface="Avenir Next LT Pro" panose="020B0504020202020204" pitchFamily="34" charset="0"/>
              </a:rPr>
              <a:t>IT Administrator</a:t>
            </a:r>
          </a:p>
          <a:p>
            <a:pPr lvl="1"/>
            <a:r>
              <a:rPr lang="en-GB" sz="1200" dirty="0">
                <a:latin typeface="Avenir Next LT Pro" panose="020B0504020202020204" pitchFamily="34" charset="0"/>
              </a:rPr>
              <a:t>Review currently used systems (Power Automate, Microsoft Office, SharePoint) and optimise systems to perform more efficiently</a:t>
            </a:r>
          </a:p>
          <a:p>
            <a:pPr lvl="1"/>
            <a:r>
              <a:rPr lang="en-GB" sz="1200" dirty="0">
                <a:latin typeface="Avenir Next LT Pro" panose="020B0504020202020204" pitchFamily="34" charset="0"/>
              </a:rPr>
              <a:t>Introduce new software (Talent LMS, Talent HR) to the business, and assist in day-to-day operations on these systems</a:t>
            </a:r>
          </a:p>
          <a:p>
            <a:pPr lvl="1"/>
            <a:r>
              <a:rPr lang="en-GB" sz="1200" dirty="0">
                <a:latin typeface="Avenir Next LT Pro" panose="020B0504020202020204" pitchFamily="34" charset="0"/>
              </a:rPr>
              <a:t>Monitor IT stock (phones, laptops, tablets, monitors, docking station, IT consumables) on our CMMS (ShireSystem) software</a:t>
            </a:r>
          </a:p>
          <a:p>
            <a:pPr lvl="1"/>
            <a:r>
              <a:rPr lang="en-GB" sz="1200" dirty="0">
                <a:latin typeface="Avenir Next LT Pro" panose="020B0504020202020204" pitchFamily="34" charset="0"/>
              </a:rPr>
              <a:t>Created new processes within the company (IT Ticket system, CCTV request system)</a:t>
            </a:r>
            <a:endParaRPr lang="en-GB" sz="1400" dirty="0">
              <a:latin typeface="Avenir Next LT Pro" panose="020B0504020202020204" pitchFamily="34" charset="0"/>
            </a:endParaRPr>
          </a:p>
          <a:p>
            <a:r>
              <a:rPr lang="en-GB" sz="2000" b="1" dirty="0">
                <a:latin typeface="Avenir Next LT Pro" panose="020B0504020202020204" pitchFamily="34" charset="0"/>
              </a:rPr>
              <a:t>Developer</a:t>
            </a:r>
          </a:p>
          <a:p>
            <a:pPr lvl="1"/>
            <a:r>
              <a:rPr lang="en-GB" sz="1200" dirty="0">
                <a:latin typeface="Avenir Next LT Pro" panose="020B0504020202020204" pitchFamily="34" charset="0"/>
              </a:rPr>
              <a:t>Leading IT projects</a:t>
            </a:r>
            <a:endParaRPr lang="en-GB" sz="1600" dirty="0">
              <a:latin typeface="Avenir Next LT Pro" panose="020B0504020202020204" pitchFamily="34" charset="0"/>
            </a:endParaRPr>
          </a:p>
          <a:p>
            <a:pPr lvl="1"/>
            <a:r>
              <a:rPr lang="en-GB" sz="1200" dirty="0">
                <a:latin typeface="Avenir Next LT Pro" panose="020B0504020202020204" pitchFamily="34" charset="0"/>
              </a:rPr>
              <a:t>Developing new systems by utilising various programming languages (PHP, HTML, JS, SQL), and integrating applications (like SharePoint) using the Graph API</a:t>
            </a:r>
            <a:endParaRPr lang="en-GB" sz="1050" dirty="0">
              <a:latin typeface="Avenir Next LT Pro" panose="020B0504020202020204" pitchFamily="34" charset="0"/>
            </a:endParaRPr>
          </a:p>
        </p:txBody>
      </p:sp>
      <p:cxnSp>
        <p:nvCxnSpPr>
          <p:cNvPr id="5" name="Straight Connector 4">
            <a:extLst>
              <a:ext uri="{FF2B5EF4-FFF2-40B4-BE49-F238E27FC236}">
                <a16:creationId xmlns:a16="http://schemas.microsoft.com/office/drawing/2014/main" id="{3706A1ED-455E-CD12-17E5-A51062F354E7}"/>
              </a:ext>
            </a:extLst>
          </p:cNvPr>
          <p:cNvCxnSpPr>
            <a:cxnSpLocks/>
          </p:cNvCxnSpPr>
          <p:nvPr/>
        </p:nvCxnSpPr>
        <p:spPr>
          <a:xfrm>
            <a:off x="118870" y="777240"/>
            <a:ext cx="4709160" cy="0"/>
          </a:xfrm>
          <a:prstGeom prst="line">
            <a:avLst/>
          </a:prstGeom>
        </p:spPr>
        <p:style>
          <a:lnRef idx="2">
            <a:schemeClr val="accent3"/>
          </a:lnRef>
          <a:fillRef idx="0">
            <a:schemeClr val="accent3"/>
          </a:fillRef>
          <a:effectRef idx="1">
            <a:schemeClr val="accent3"/>
          </a:effectRef>
          <a:fontRef idx="minor">
            <a:schemeClr val="tx1"/>
          </a:fontRef>
        </p:style>
      </p:cxnSp>
      <p:sp>
        <p:nvSpPr>
          <p:cNvPr id="11" name="Footer Placeholder 10">
            <a:extLst>
              <a:ext uri="{FF2B5EF4-FFF2-40B4-BE49-F238E27FC236}">
                <a16:creationId xmlns:a16="http://schemas.microsoft.com/office/drawing/2014/main" id="{184F33F8-8DA7-73C6-4A2B-36096D5ACFA3}"/>
              </a:ext>
            </a:extLst>
          </p:cNvPr>
          <p:cNvSpPr>
            <a:spLocks noGrp="1"/>
          </p:cNvSpPr>
          <p:nvPr>
            <p:ph type="ftr" sz="quarter" idx="11"/>
          </p:nvPr>
        </p:nvSpPr>
        <p:spPr/>
        <p:txBody>
          <a:bodyPr/>
          <a:lstStyle/>
          <a:p>
            <a:fld id="{52CDF24C-96DD-4D5F-A199-98D7923F4FD1}" type="slidenum">
              <a:rPr lang="en-GB" smtClean="0"/>
              <a:t>4</a:t>
            </a:fld>
            <a:endParaRPr lang="en-GB" dirty="0"/>
          </a:p>
        </p:txBody>
      </p:sp>
      <p:sp>
        <p:nvSpPr>
          <p:cNvPr id="9" name="TextBox 8">
            <a:extLst>
              <a:ext uri="{FF2B5EF4-FFF2-40B4-BE49-F238E27FC236}">
                <a16:creationId xmlns:a16="http://schemas.microsoft.com/office/drawing/2014/main" id="{AD33ED3A-F1C2-817A-9ABA-F1B247BB146B}"/>
              </a:ext>
            </a:extLst>
          </p:cNvPr>
          <p:cNvSpPr txBox="1"/>
          <p:nvPr/>
        </p:nvSpPr>
        <p:spPr>
          <a:xfrm>
            <a:off x="6553200" y="1834769"/>
            <a:ext cx="5029198" cy="4524315"/>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Avenir Next LT Pro" panose="020B0504020202020204" pitchFamily="34" charset="0"/>
              </a:rPr>
              <a:t>Create clear and accurate SOP’s (Standard Operational Procedures) on how to operate current systems and how newly implemented features work</a:t>
            </a:r>
          </a:p>
          <a:p>
            <a:pPr marL="285750" indent="-285750">
              <a:buFont typeface="Arial" panose="020B0604020202020204" pitchFamily="34" charset="0"/>
              <a:buChar char="•"/>
            </a:pPr>
            <a:r>
              <a:rPr lang="en-GB" sz="1600" dirty="0">
                <a:latin typeface="Avenir Next LT Pro" panose="020B0504020202020204" pitchFamily="34" charset="0"/>
              </a:rPr>
              <a:t>Design software and systems to replace current processes, to innovate and streamline work across the business</a:t>
            </a:r>
          </a:p>
          <a:p>
            <a:pPr marL="285750" indent="-285750">
              <a:buFont typeface="Arial" panose="020B0604020202020204" pitchFamily="34" charset="0"/>
              <a:buChar char="•"/>
            </a:pPr>
            <a:r>
              <a:rPr lang="en-GB" sz="1600" dirty="0">
                <a:latin typeface="Avenir Next LT Pro" panose="020B0504020202020204" pitchFamily="34" charset="0"/>
              </a:rPr>
              <a:t>Respond to all IT tickets submitted by users internally. Ensuring that there is a ticket for every issue that arises, provide clear comments about actions taken and storing them within the ticketing system. Communicating throughout with the user to ensure the quickest and most suitable fix is found</a:t>
            </a:r>
          </a:p>
          <a:p>
            <a:pPr marL="285750" indent="-285750">
              <a:buFont typeface="Arial" panose="020B0604020202020204" pitchFamily="34" charset="0"/>
              <a:buChar char="•"/>
            </a:pPr>
            <a:r>
              <a:rPr lang="en-GB" sz="1600" dirty="0">
                <a:latin typeface="Avenir Next LT Pro" panose="020B0504020202020204" pitchFamily="34" charset="0"/>
              </a:rPr>
              <a:t>Project lead for internal IT projects such as patching in a newly acquired office to ensure all users are connected to the correct network, and all ethernet sockets are functional</a:t>
            </a:r>
          </a:p>
        </p:txBody>
      </p:sp>
      <p:sp>
        <p:nvSpPr>
          <p:cNvPr id="10" name="TextBox 9">
            <a:extLst>
              <a:ext uri="{FF2B5EF4-FFF2-40B4-BE49-F238E27FC236}">
                <a16:creationId xmlns:a16="http://schemas.microsoft.com/office/drawing/2014/main" id="{B01B3F5A-F8EA-6FD7-11AA-38F7DA4E9165}"/>
              </a:ext>
            </a:extLst>
          </p:cNvPr>
          <p:cNvSpPr txBox="1"/>
          <p:nvPr/>
        </p:nvSpPr>
        <p:spPr>
          <a:xfrm>
            <a:off x="609601" y="1438344"/>
            <a:ext cx="752514" cy="369332"/>
          </a:xfrm>
          <a:prstGeom prst="rect">
            <a:avLst/>
          </a:prstGeom>
          <a:noFill/>
        </p:spPr>
        <p:txBody>
          <a:bodyPr wrap="none" rtlCol="0">
            <a:spAutoFit/>
          </a:bodyPr>
          <a:lstStyle/>
          <a:p>
            <a:r>
              <a:rPr lang="en-GB" dirty="0">
                <a:latin typeface="Avenir Next LT Pro" panose="020B0504020202020204" pitchFamily="34" charset="0"/>
              </a:rPr>
              <a:t>Roles</a:t>
            </a:r>
          </a:p>
        </p:txBody>
      </p:sp>
      <p:cxnSp>
        <p:nvCxnSpPr>
          <p:cNvPr id="12" name="Straight Connector 11">
            <a:extLst>
              <a:ext uri="{FF2B5EF4-FFF2-40B4-BE49-F238E27FC236}">
                <a16:creationId xmlns:a16="http://schemas.microsoft.com/office/drawing/2014/main" id="{4702CADF-FD3D-66D2-DD14-27BE7E78CF33}"/>
              </a:ext>
            </a:extLst>
          </p:cNvPr>
          <p:cNvCxnSpPr>
            <a:cxnSpLocks/>
          </p:cNvCxnSpPr>
          <p:nvPr/>
        </p:nvCxnSpPr>
        <p:spPr>
          <a:xfrm>
            <a:off x="609601" y="1807676"/>
            <a:ext cx="1800000" cy="0"/>
          </a:xfrm>
          <a:prstGeom prst="line">
            <a:avLst/>
          </a:prstGeom>
        </p:spPr>
        <p:style>
          <a:lnRef idx="2">
            <a:schemeClr val="accent3"/>
          </a:lnRef>
          <a:fillRef idx="0">
            <a:schemeClr val="accent3"/>
          </a:fillRef>
          <a:effectRef idx="1">
            <a:schemeClr val="accent3"/>
          </a:effectRef>
          <a:fontRef idx="minor">
            <a:schemeClr val="tx1"/>
          </a:fontRef>
        </p:style>
      </p:cxnSp>
      <p:sp>
        <p:nvSpPr>
          <p:cNvPr id="13" name="TextBox 12">
            <a:extLst>
              <a:ext uri="{FF2B5EF4-FFF2-40B4-BE49-F238E27FC236}">
                <a16:creationId xmlns:a16="http://schemas.microsoft.com/office/drawing/2014/main" id="{919D286D-5656-AB74-1E5A-4D070E72FEB6}"/>
              </a:ext>
            </a:extLst>
          </p:cNvPr>
          <p:cNvSpPr txBox="1"/>
          <p:nvPr/>
        </p:nvSpPr>
        <p:spPr>
          <a:xfrm>
            <a:off x="6553200" y="1438344"/>
            <a:ext cx="1821717" cy="369332"/>
          </a:xfrm>
          <a:prstGeom prst="rect">
            <a:avLst/>
          </a:prstGeom>
          <a:noFill/>
        </p:spPr>
        <p:txBody>
          <a:bodyPr wrap="none" rtlCol="0">
            <a:spAutoFit/>
          </a:bodyPr>
          <a:lstStyle/>
          <a:p>
            <a:r>
              <a:rPr lang="en-GB" dirty="0">
                <a:latin typeface="Avenir Next LT Pro" panose="020B0504020202020204" pitchFamily="34" charset="0"/>
              </a:rPr>
              <a:t>Responsibilities</a:t>
            </a:r>
          </a:p>
        </p:txBody>
      </p:sp>
      <p:cxnSp>
        <p:nvCxnSpPr>
          <p:cNvPr id="14" name="Straight Connector 13">
            <a:extLst>
              <a:ext uri="{FF2B5EF4-FFF2-40B4-BE49-F238E27FC236}">
                <a16:creationId xmlns:a16="http://schemas.microsoft.com/office/drawing/2014/main" id="{DEF17019-FD44-AC8D-94A5-8974F9CB4532}"/>
              </a:ext>
            </a:extLst>
          </p:cNvPr>
          <p:cNvCxnSpPr>
            <a:cxnSpLocks/>
          </p:cNvCxnSpPr>
          <p:nvPr/>
        </p:nvCxnSpPr>
        <p:spPr>
          <a:xfrm>
            <a:off x="6553200" y="1834769"/>
            <a:ext cx="1800000" cy="0"/>
          </a:xfrm>
          <a:prstGeom prst="line">
            <a:avLst/>
          </a:prstGeom>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2444163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5A907-E28F-A5D3-A011-3A49ECA71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0E41F-BE42-4532-4B1E-59264CF4F767}"/>
              </a:ext>
            </a:extLst>
          </p:cNvPr>
          <p:cNvSpPr>
            <a:spLocks noGrp="1"/>
          </p:cNvSpPr>
          <p:nvPr>
            <p:ph type="title"/>
          </p:nvPr>
        </p:nvSpPr>
        <p:spPr>
          <a:xfrm>
            <a:off x="192024" y="248446"/>
            <a:ext cx="4187952" cy="524031"/>
          </a:xfrm>
        </p:spPr>
        <p:txBody>
          <a:bodyPr>
            <a:noAutofit/>
          </a:bodyPr>
          <a:lstStyle/>
          <a:p>
            <a:r>
              <a:rPr lang="en-GB" sz="2800" dirty="0">
                <a:latin typeface="Avenir Next LT Pro" panose="020B0504020202020204" pitchFamily="34" charset="0"/>
              </a:rPr>
              <a:t>IT Ticketing System</a:t>
            </a:r>
          </a:p>
        </p:txBody>
      </p:sp>
      <p:cxnSp>
        <p:nvCxnSpPr>
          <p:cNvPr id="5" name="Straight Connector 4">
            <a:extLst>
              <a:ext uri="{FF2B5EF4-FFF2-40B4-BE49-F238E27FC236}">
                <a16:creationId xmlns:a16="http://schemas.microsoft.com/office/drawing/2014/main" id="{4A961855-ED6B-4B9E-E076-37CA342E2E28}"/>
              </a:ext>
            </a:extLst>
          </p:cNvPr>
          <p:cNvCxnSpPr>
            <a:cxnSpLocks/>
          </p:cNvCxnSpPr>
          <p:nvPr/>
        </p:nvCxnSpPr>
        <p:spPr>
          <a:xfrm>
            <a:off x="118870" y="777240"/>
            <a:ext cx="4709160" cy="0"/>
          </a:xfrm>
          <a:prstGeom prst="line">
            <a:avLst/>
          </a:prstGeom>
        </p:spPr>
        <p:style>
          <a:lnRef idx="2">
            <a:schemeClr val="accent3"/>
          </a:lnRef>
          <a:fillRef idx="0">
            <a:schemeClr val="accent3"/>
          </a:fillRef>
          <a:effectRef idx="1">
            <a:schemeClr val="accent3"/>
          </a:effectRef>
          <a:fontRef idx="minor">
            <a:schemeClr val="tx1"/>
          </a:fontRef>
        </p:style>
      </p:cxnSp>
      <p:sp>
        <p:nvSpPr>
          <p:cNvPr id="11" name="Footer Placeholder 10">
            <a:extLst>
              <a:ext uri="{FF2B5EF4-FFF2-40B4-BE49-F238E27FC236}">
                <a16:creationId xmlns:a16="http://schemas.microsoft.com/office/drawing/2014/main" id="{8FD2A1B6-C3A6-351D-5AD0-37B32CEAB025}"/>
              </a:ext>
            </a:extLst>
          </p:cNvPr>
          <p:cNvSpPr>
            <a:spLocks noGrp="1"/>
          </p:cNvSpPr>
          <p:nvPr>
            <p:ph type="ftr" sz="quarter" idx="11"/>
          </p:nvPr>
        </p:nvSpPr>
        <p:spPr/>
        <p:txBody>
          <a:bodyPr/>
          <a:lstStyle/>
          <a:p>
            <a:fld id="{52CDF24C-96DD-4D5F-A199-98D7923F4FD1}" type="slidenum">
              <a:rPr lang="en-GB" smtClean="0"/>
              <a:t>5</a:t>
            </a:fld>
            <a:endParaRPr lang="en-GB" dirty="0"/>
          </a:p>
        </p:txBody>
      </p:sp>
      <p:pic>
        <p:nvPicPr>
          <p:cNvPr id="8" name="Content Placeholder 7">
            <a:extLst>
              <a:ext uri="{FF2B5EF4-FFF2-40B4-BE49-F238E27FC236}">
                <a16:creationId xmlns:a16="http://schemas.microsoft.com/office/drawing/2014/main" id="{176EE8F5-ADFC-F843-1F19-6436AB84FC2C}"/>
              </a:ext>
            </a:extLst>
          </p:cNvPr>
          <p:cNvPicPr>
            <a:picLocks noGrp="1" noChangeAspect="1"/>
          </p:cNvPicPr>
          <p:nvPr>
            <p:ph idx="1"/>
          </p:nvPr>
        </p:nvPicPr>
        <p:blipFill>
          <a:blip r:embed="rId2"/>
          <a:stretch>
            <a:fillRect/>
          </a:stretch>
        </p:blipFill>
        <p:spPr>
          <a:xfrm>
            <a:off x="5977803" y="3599918"/>
            <a:ext cx="6053330" cy="2510211"/>
          </a:xfrm>
          <a:prstGeom prst="rect">
            <a:avLst/>
          </a:prstGeom>
          <a:ln>
            <a:solidFill>
              <a:schemeClr val="tx1"/>
            </a:solidFill>
          </a:ln>
        </p:spPr>
      </p:pic>
      <p:pic>
        <p:nvPicPr>
          <p:cNvPr id="16" name="Picture 15">
            <a:extLst>
              <a:ext uri="{FF2B5EF4-FFF2-40B4-BE49-F238E27FC236}">
                <a16:creationId xmlns:a16="http://schemas.microsoft.com/office/drawing/2014/main" id="{36547692-3C92-E36A-F4BF-4BBA0DFE8988}"/>
              </a:ext>
            </a:extLst>
          </p:cNvPr>
          <p:cNvPicPr>
            <a:picLocks noChangeAspect="1"/>
          </p:cNvPicPr>
          <p:nvPr/>
        </p:nvPicPr>
        <p:blipFill>
          <a:blip r:embed="rId3"/>
          <a:stretch>
            <a:fillRect/>
          </a:stretch>
        </p:blipFill>
        <p:spPr>
          <a:xfrm>
            <a:off x="1724491" y="3097886"/>
            <a:ext cx="2314109" cy="2823454"/>
          </a:xfrm>
          <a:prstGeom prst="rect">
            <a:avLst/>
          </a:prstGeom>
          <a:ln>
            <a:solidFill>
              <a:schemeClr val="tx1"/>
            </a:solidFill>
          </a:ln>
        </p:spPr>
      </p:pic>
      <p:sp>
        <p:nvSpPr>
          <p:cNvPr id="17" name="TextBox 16">
            <a:extLst>
              <a:ext uri="{FF2B5EF4-FFF2-40B4-BE49-F238E27FC236}">
                <a16:creationId xmlns:a16="http://schemas.microsoft.com/office/drawing/2014/main" id="{E4BBB246-A183-A369-A9D3-BE1F9407CA6B}"/>
              </a:ext>
            </a:extLst>
          </p:cNvPr>
          <p:cNvSpPr txBox="1"/>
          <p:nvPr/>
        </p:nvSpPr>
        <p:spPr>
          <a:xfrm>
            <a:off x="8210019" y="6110129"/>
            <a:ext cx="1588897" cy="246221"/>
          </a:xfrm>
          <a:prstGeom prst="rect">
            <a:avLst/>
          </a:prstGeom>
          <a:noFill/>
        </p:spPr>
        <p:txBody>
          <a:bodyPr wrap="none" rtlCol="0">
            <a:spAutoFit/>
          </a:bodyPr>
          <a:lstStyle/>
          <a:p>
            <a:r>
              <a:rPr lang="en-GB" sz="1000" i="1" dirty="0">
                <a:solidFill>
                  <a:schemeClr val="bg1">
                    <a:lumMod val="50000"/>
                  </a:schemeClr>
                </a:solidFill>
              </a:rPr>
              <a:t>List of all raised IT Tickets</a:t>
            </a:r>
          </a:p>
        </p:txBody>
      </p:sp>
      <p:sp>
        <p:nvSpPr>
          <p:cNvPr id="18" name="TextBox 17">
            <a:extLst>
              <a:ext uri="{FF2B5EF4-FFF2-40B4-BE49-F238E27FC236}">
                <a16:creationId xmlns:a16="http://schemas.microsoft.com/office/drawing/2014/main" id="{9311734E-BB15-5A96-7E2B-37C5A688DED7}"/>
              </a:ext>
            </a:extLst>
          </p:cNvPr>
          <p:cNvSpPr txBox="1"/>
          <p:nvPr/>
        </p:nvSpPr>
        <p:spPr>
          <a:xfrm>
            <a:off x="1956453" y="5921340"/>
            <a:ext cx="1850186" cy="246221"/>
          </a:xfrm>
          <a:prstGeom prst="rect">
            <a:avLst/>
          </a:prstGeom>
          <a:noFill/>
        </p:spPr>
        <p:txBody>
          <a:bodyPr wrap="none" rtlCol="0">
            <a:spAutoFit/>
          </a:bodyPr>
          <a:lstStyle/>
          <a:p>
            <a:r>
              <a:rPr lang="en-GB" sz="1000" i="1" dirty="0">
                <a:solidFill>
                  <a:schemeClr val="bg1">
                    <a:lumMod val="50000"/>
                  </a:schemeClr>
                </a:solidFill>
              </a:rPr>
              <a:t>Ticket reminder email sent out</a:t>
            </a:r>
          </a:p>
        </p:txBody>
      </p:sp>
      <p:pic>
        <p:nvPicPr>
          <p:cNvPr id="20" name="Picture 19">
            <a:extLst>
              <a:ext uri="{FF2B5EF4-FFF2-40B4-BE49-F238E27FC236}">
                <a16:creationId xmlns:a16="http://schemas.microsoft.com/office/drawing/2014/main" id="{4A937795-CD04-93E4-A4E6-6E384472E7AB}"/>
              </a:ext>
            </a:extLst>
          </p:cNvPr>
          <p:cNvPicPr>
            <a:picLocks noChangeAspect="1"/>
          </p:cNvPicPr>
          <p:nvPr/>
        </p:nvPicPr>
        <p:blipFill>
          <a:blip r:embed="rId4"/>
          <a:stretch>
            <a:fillRect/>
          </a:stretch>
        </p:blipFill>
        <p:spPr>
          <a:xfrm>
            <a:off x="5379834" y="341427"/>
            <a:ext cx="3968275" cy="2500648"/>
          </a:xfrm>
          <a:prstGeom prst="rect">
            <a:avLst/>
          </a:prstGeom>
          <a:ln>
            <a:solidFill>
              <a:schemeClr val="tx1"/>
            </a:solidFill>
          </a:ln>
        </p:spPr>
      </p:pic>
      <p:sp>
        <p:nvSpPr>
          <p:cNvPr id="21" name="TextBox 20">
            <a:extLst>
              <a:ext uri="{FF2B5EF4-FFF2-40B4-BE49-F238E27FC236}">
                <a16:creationId xmlns:a16="http://schemas.microsoft.com/office/drawing/2014/main" id="{DEE15295-445A-7264-8027-6A13A4A832CC}"/>
              </a:ext>
            </a:extLst>
          </p:cNvPr>
          <p:cNvSpPr txBox="1"/>
          <p:nvPr/>
        </p:nvSpPr>
        <p:spPr>
          <a:xfrm>
            <a:off x="6411626" y="2851665"/>
            <a:ext cx="1904689" cy="246221"/>
          </a:xfrm>
          <a:prstGeom prst="rect">
            <a:avLst/>
          </a:prstGeom>
          <a:noFill/>
        </p:spPr>
        <p:txBody>
          <a:bodyPr wrap="none" rtlCol="0">
            <a:spAutoFit/>
          </a:bodyPr>
          <a:lstStyle/>
          <a:p>
            <a:r>
              <a:rPr lang="en-GB" sz="1000" i="1" dirty="0">
                <a:solidFill>
                  <a:schemeClr val="bg1">
                    <a:lumMod val="50000"/>
                  </a:schemeClr>
                </a:solidFill>
              </a:rPr>
              <a:t>Microsoft Form to submit ticket</a:t>
            </a:r>
          </a:p>
        </p:txBody>
      </p:sp>
    </p:spTree>
    <p:extLst>
      <p:ext uri="{BB962C8B-B14F-4D97-AF65-F5344CB8AC3E}">
        <p14:creationId xmlns:p14="http://schemas.microsoft.com/office/powerpoint/2010/main" val="4249279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F5BB5-A335-7B77-EE09-11B9800061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09D93C-562B-79CE-AEF4-46865A82881B}"/>
              </a:ext>
            </a:extLst>
          </p:cNvPr>
          <p:cNvSpPr>
            <a:spLocks noGrp="1"/>
          </p:cNvSpPr>
          <p:nvPr>
            <p:ph type="title"/>
          </p:nvPr>
        </p:nvSpPr>
        <p:spPr>
          <a:xfrm>
            <a:off x="192024" y="248446"/>
            <a:ext cx="4187952" cy="524031"/>
          </a:xfrm>
        </p:spPr>
        <p:txBody>
          <a:bodyPr>
            <a:noAutofit/>
          </a:bodyPr>
          <a:lstStyle/>
          <a:p>
            <a:r>
              <a:rPr lang="en-GB" sz="2800" dirty="0">
                <a:latin typeface="Avenir Next LT Pro" panose="020B0504020202020204" pitchFamily="34" charset="0"/>
              </a:rPr>
              <a:t>Key Challenges</a:t>
            </a:r>
          </a:p>
        </p:txBody>
      </p:sp>
      <p:sp>
        <p:nvSpPr>
          <p:cNvPr id="3" name="Content Placeholder 2">
            <a:extLst>
              <a:ext uri="{FF2B5EF4-FFF2-40B4-BE49-F238E27FC236}">
                <a16:creationId xmlns:a16="http://schemas.microsoft.com/office/drawing/2014/main" id="{3E434084-9580-E0E7-FBE3-26053144E032}"/>
              </a:ext>
            </a:extLst>
          </p:cNvPr>
          <p:cNvSpPr>
            <a:spLocks noGrp="1"/>
          </p:cNvSpPr>
          <p:nvPr>
            <p:ph idx="1"/>
          </p:nvPr>
        </p:nvSpPr>
        <p:spPr>
          <a:xfrm>
            <a:off x="609601" y="1834769"/>
            <a:ext cx="10778066" cy="4351338"/>
          </a:xfrm>
        </p:spPr>
        <p:txBody>
          <a:bodyPr>
            <a:normAutofit/>
          </a:bodyPr>
          <a:lstStyle/>
          <a:p>
            <a:r>
              <a:rPr lang="en-GB" sz="2000" dirty="0">
                <a:latin typeface="Avenir Next LT Pro" panose="020B0504020202020204" pitchFamily="34" charset="0"/>
              </a:rPr>
              <a:t>During my time at Scanmetals I faced many challenges, especially during the start of developing my own projects</a:t>
            </a:r>
          </a:p>
          <a:p>
            <a:endParaRPr lang="en-GB" sz="2000" dirty="0">
              <a:latin typeface="Avenir Next LT Pro" panose="020B0504020202020204" pitchFamily="34" charset="0"/>
            </a:endParaRPr>
          </a:p>
          <a:p>
            <a:r>
              <a:rPr lang="en-GB" sz="2000" dirty="0">
                <a:latin typeface="Avenir Next LT Pro" panose="020B0504020202020204" pitchFamily="34" charset="0"/>
              </a:rPr>
              <a:t>The company’s IT is managed by an external company, so majority of access was restricted, or some things (like hosting an Apache service) wasn’t possible without talking it over with the IT company</a:t>
            </a:r>
          </a:p>
          <a:p>
            <a:endParaRPr lang="en-GB" sz="2000" dirty="0">
              <a:latin typeface="Avenir Next LT Pro" panose="020B0504020202020204" pitchFamily="34" charset="0"/>
            </a:endParaRPr>
          </a:p>
          <a:p>
            <a:r>
              <a:rPr lang="en-GB" sz="2000" dirty="0">
                <a:latin typeface="Avenir Next LT Pro" panose="020B0504020202020204" pitchFamily="34" charset="0"/>
              </a:rPr>
              <a:t>As my role progressed, I had to work more with senior management, which took time to adjust and to and gain the courage to speak up</a:t>
            </a:r>
          </a:p>
          <a:p>
            <a:endParaRPr lang="en-GB" sz="2000" dirty="0">
              <a:latin typeface="Avenir Next LT Pro" panose="020B0504020202020204" pitchFamily="34" charset="0"/>
            </a:endParaRPr>
          </a:p>
          <a:p>
            <a:r>
              <a:rPr lang="en-GB" sz="2000" dirty="0">
                <a:latin typeface="Avenir Next LT Pro" panose="020B0504020202020204" pitchFamily="34" charset="0"/>
              </a:rPr>
              <a:t>Being the only person within the company to run the day-to-day IT operations proved more difficult, as there wasn’t resources to use for support</a:t>
            </a:r>
          </a:p>
        </p:txBody>
      </p:sp>
      <p:cxnSp>
        <p:nvCxnSpPr>
          <p:cNvPr id="5" name="Straight Connector 4">
            <a:extLst>
              <a:ext uri="{FF2B5EF4-FFF2-40B4-BE49-F238E27FC236}">
                <a16:creationId xmlns:a16="http://schemas.microsoft.com/office/drawing/2014/main" id="{0E46B078-C07E-0ACB-6181-C3546FB2394E}"/>
              </a:ext>
            </a:extLst>
          </p:cNvPr>
          <p:cNvCxnSpPr>
            <a:cxnSpLocks/>
          </p:cNvCxnSpPr>
          <p:nvPr/>
        </p:nvCxnSpPr>
        <p:spPr>
          <a:xfrm>
            <a:off x="118870" y="777240"/>
            <a:ext cx="4709160" cy="0"/>
          </a:xfrm>
          <a:prstGeom prst="line">
            <a:avLst/>
          </a:prstGeom>
        </p:spPr>
        <p:style>
          <a:lnRef idx="2">
            <a:schemeClr val="accent3"/>
          </a:lnRef>
          <a:fillRef idx="0">
            <a:schemeClr val="accent3"/>
          </a:fillRef>
          <a:effectRef idx="1">
            <a:schemeClr val="accent3"/>
          </a:effectRef>
          <a:fontRef idx="minor">
            <a:schemeClr val="tx1"/>
          </a:fontRef>
        </p:style>
      </p:cxnSp>
      <p:sp>
        <p:nvSpPr>
          <p:cNvPr id="11" name="Footer Placeholder 10">
            <a:extLst>
              <a:ext uri="{FF2B5EF4-FFF2-40B4-BE49-F238E27FC236}">
                <a16:creationId xmlns:a16="http://schemas.microsoft.com/office/drawing/2014/main" id="{B053C04D-82BB-FFCD-4654-187A09172828}"/>
              </a:ext>
            </a:extLst>
          </p:cNvPr>
          <p:cNvSpPr>
            <a:spLocks noGrp="1"/>
          </p:cNvSpPr>
          <p:nvPr>
            <p:ph type="ftr" sz="quarter" idx="11"/>
          </p:nvPr>
        </p:nvSpPr>
        <p:spPr/>
        <p:txBody>
          <a:bodyPr/>
          <a:lstStyle/>
          <a:p>
            <a:fld id="{52CDF24C-96DD-4D5F-A199-98D7923F4FD1}" type="slidenum">
              <a:rPr lang="en-GB" smtClean="0"/>
              <a:t>6</a:t>
            </a:fld>
            <a:endParaRPr lang="en-GB" dirty="0"/>
          </a:p>
        </p:txBody>
      </p:sp>
    </p:spTree>
    <p:extLst>
      <p:ext uri="{BB962C8B-B14F-4D97-AF65-F5344CB8AC3E}">
        <p14:creationId xmlns:p14="http://schemas.microsoft.com/office/powerpoint/2010/main" val="2550713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21DCE-23BC-02C3-4486-A62DCC00C6D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B7AE5A9-4CF8-30AF-AB5B-7BC48B195031}"/>
              </a:ext>
            </a:extLst>
          </p:cNvPr>
          <p:cNvSpPr>
            <a:spLocks noGrp="1"/>
          </p:cNvSpPr>
          <p:nvPr>
            <p:ph idx="1"/>
          </p:nvPr>
        </p:nvSpPr>
        <p:spPr/>
        <p:txBody>
          <a:bodyPr>
            <a:normAutofit lnSpcReduction="10000"/>
          </a:bodyPr>
          <a:lstStyle/>
          <a:p>
            <a:r>
              <a:rPr lang="en-GB" sz="2000" dirty="0">
                <a:latin typeface="Avenir Next LT Pro" panose="020B0504020202020204" pitchFamily="34" charset="0"/>
              </a:rPr>
              <a:t>Developed, tested and released my first version of a locally hosted application, which utilised various programming languages like PHP, JavaScript, HTML, and working with external modules / packages (</a:t>
            </a:r>
            <a:r>
              <a:rPr lang="en-GB" sz="2000" dirty="0" err="1">
                <a:latin typeface="Avenir Next LT Pro" panose="020B0504020202020204" pitchFamily="34" charset="0"/>
              </a:rPr>
              <a:t>pdfgen</a:t>
            </a:r>
            <a:r>
              <a:rPr lang="en-GB" sz="2000" dirty="0">
                <a:latin typeface="Avenir Next LT Pro" panose="020B0504020202020204" pitchFamily="34" charset="0"/>
              </a:rPr>
              <a:t>) to develop a functional induction application, that can be utilised on the entire company network</a:t>
            </a:r>
          </a:p>
          <a:p>
            <a:endParaRPr lang="en-GB" sz="2000" dirty="0">
              <a:latin typeface="Avenir Next LT Pro" panose="020B0504020202020204" pitchFamily="34" charset="0"/>
            </a:endParaRPr>
          </a:p>
          <a:p>
            <a:r>
              <a:rPr lang="en-GB" sz="2000" dirty="0">
                <a:latin typeface="Avenir Next LT Pro" panose="020B0504020202020204" pitchFamily="34" charset="0"/>
              </a:rPr>
              <a:t>Took on the role of setting up the network in a newly acquired office, this included mounting and a 24-port switch, mounting and connecting sockets into a patch panel, ensuring proper connection is applied when connecting to the patch panel, testing all sockets within the office, and ensuring devices are responsive and connected</a:t>
            </a:r>
          </a:p>
          <a:p>
            <a:endParaRPr lang="en-GB" sz="2000" dirty="0">
              <a:latin typeface="Avenir Next LT Pro" panose="020B0504020202020204" pitchFamily="34" charset="0"/>
            </a:endParaRPr>
          </a:p>
          <a:p>
            <a:r>
              <a:rPr lang="en-GB" sz="2000" dirty="0">
                <a:latin typeface="Avenir Next LT Pro" panose="020B0504020202020204" pitchFamily="34" charset="0"/>
              </a:rPr>
              <a:t>Setting up newly acquired software like Talent LMS (Learning Management System to train current and new employees) and Talent HR (to replace our current HR system)</a:t>
            </a:r>
          </a:p>
          <a:p>
            <a:endParaRPr lang="en-GB" sz="2000" dirty="0">
              <a:latin typeface="Avenir Next LT Pro" panose="020B0504020202020204" pitchFamily="34" charset="0"/>
            </a:endParaRPr>
          </a:p>
          <a:p>
            <a:r>
              <a:rPr lang="en-GB" sz="2000" dirty="0">
                <a:latin typeface="Avenir Next LT Pro" panose="020B0504020202020204" pitchFamily="34" charset="0"/>
              </a:rPr>
              <a:t>Assisted in internal and external audits</a:t>
            </a:r>
          </a:p>
        </p:txBody>
      </p:sp>
      <p:sp>
        <p:nvSpPr>
          <p:cNvPr id="2" name="Title 1">
            <a:extLst>
              <a:ext uri="{FF2B5EF4-FFF2-40B4-BE49-F238E27FC236}">
                <a16:creationId xmlns:a16="http://schemas.microsoft.com/office/drawing/2014/main" id="{98D5F798-3C60-8745-0B79-018D550B8FDE}"/>
              </a:ext>
            </a:extLst>
          </p:cNvPr>
          <p:cNvSpPr>
            <a:spLocks noGrp="1"/>
          </p:cNvSpPr>
          <p:nvPr>
            <p:ph type="title"/>
          </p:nvPr>
        </p:nvSpPr>
        <p:spPr>
          <a:xfrm>
            <a:off x="192024" y="248446"/>
            <a:ext cx="4187952" cy="524031"/>
          </a:xfrm>
        </p:spPr>
        <p:txBody>
          <a:bodyPr>
            <a:noAutofit/>
          </a:bodyPr>
          <a:lstStyle/>
          <a:p>
            <a:r>
              <a:rPr lang="en-GB" sz="2800" dirty="0">
                <a:latin typeface="Avenir Next LT Pro" panose="020B0504020202020204" pitchFamily="34" charset="0"/>
              </a:rPr>
              <a:t>Key Achievements</a:t>
            </a:r>
          </a:p>
        </p:txBody>
      </p:sp>
      <p:cxnSp>
        <p:nvCxnSpPr>
          <p:cNvPr id="5" name="Straight Connector 4">
            <a:extLst>
              <a:ext uri="{FF2B5EF4-FFF2-40B4-BE49-F238E27FC236}">
                <a16:creationId xmlns:a16="http://schemas.microsoft.com/office/drawing/2014/main" id="{5EA069F3-06C9-D68D-790D-E8F45E6BE2AE}"/>
              </a:ext>
            </a:extLst>
          </p:cNvPr>
          <p:cNvCxnSpPr>
            <a:cxnSpLocks/>
          </p:cNvCxnSpPr>
          <p:nvPr/>
        </p:nvCxnSpPr>
        <p:spPr>
          <a:xfrm>
            <a:off x="118870" y="777240"/>
            <a:ext cx="4709160" cy="0"/>
          </a:xfrm>
          <a:prstGeom prst="line">
            <a:avLst/>
          </a:prstGeom>
        </p:spPr>
        <p:style>
          <a:lnRef idx="2">
            <a:schemeClr val="accent3"/>
          </a:lnRef>
          <a:fillRef idx="0">
            <a:schemeClr val="accent3"/>
          </a:fillRef>
          <a:effectRef idx="1">
            <a:schemeClr val="accent3"/>
          </a:effectRef>
          <a:fontRef idx="minor">
            <a:schemeClr val="tx1"/>
          </a:fontRef>
        </p:style>
      </p:cxnSp>
      <p:sp>
        <p:nvSpPr>
          <p:cNvPr id="11" name="Footer Placeholder 10">
            <a:extLst>
              <a:ext uri="{FF2B5EF4-FFF2-40B4-BE49-F238E27FC236}">
                <a16:creationId xmlns:a16="http://schemas.microsoft.com/office/drawing/2014/main" id="{F200A613-3312-7191-F087-77BDF8017DEF}"/>
              </a:ext>
            </a:extLst>
          </p:cNvPr>
          <p:cNvSpPr>
            <a:spLocks noGrp="1"/>
          </p:cNvSpPr>
          <p:nvPr>
            <p:ph type="ftr" sz="quarter" idx="11"/>
          </p:nvPr>
        </p:nvSpPr>
        <p:spPr/>
        <p:txBody>
          <a:bodyPr/>
          <a:lstStyle/>
          <a:p>
            <a:fld id="{52CDF24C-96DD-4D5F-A199-98D7923F4FD1}" type="slidenum">
              <a:rPr lang="en-GB" smtClean="0"/>
              <a:t>7</a:t>
            </a:fld>
            <a:endParaRPr lang="en-GB" dirty="0"/>
          </a:p>
        </p:txBody>
      </p:sp>
    </p:spTree>
    <p:extLst>
      <p:ext uri="{BB962C8B-B14F-4D97-AF65-F5344CB8AC3E}">
        <p14:creationId xmlns:p14="http://schemas.microsoft.com/office/powerpoint/2010/main" val="4067079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FBF05-F363-EF34-F414-CFFD1056867C}"/>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280D4D44-8A00-52AE-202E-7176CA35E6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6783" y="2192485"/>
            <a:ext cx="6361600" cy="1609048"/>
          </a:xfrm>
          <a:prstGeom prst="rect">
            <a:avLst/>
          </a:prstGeom>
        </p:spPr>
      </p:pic>
      <p:sp>
        <p:nvSpPr>
          <p:cNvPr id="2" name="Title 1">
            <a:extLst>
              <a:ext uri="{FF2B5EF4-FFF2-40B4-BE49-F238E27FC236}">
                <a16:creationId xmlns:a16="http://schemas.microsoft.com/office/drawing/2014/main" id="{6EA8F238-C564-1864-8116-A1B7A08FF96A}"/>
              </a:ext>
            </a:extLst>
          </p:cNvPr>
          <p:cNvSpPr>
            <a:spLocks noGrp="1"/>
          </p:cNvSpPr>
          <p:nvPr>
            <p:ph type="title"/>
          </p:nvPr>
        </p:nvSpPr>
        <p:spPr>
          <a:xfrm>
            <a:off x="192024" y="248446"/>
            <a:ext cx="4187952" cy="524031"/>
          </a:xfrm>
        </p:spPr>
        <p:txBody>
          <a:bodyPr>
            <a:noAutofit/>
          </a:bodyPr>
          <a:lstStyle/>
          <a:p>
            <a:r>
              <a:rPr lang="en-GB" sz="2800" dirty="0">
                <a:latin typeface="Avenir Next LT Pro" panose="020B0504020202020204" pitchFamily="34" charset="0"/>
              </a:rPr>
              <a:t>General Site Induction</a:t>
            </a:r>
          </a:p>
        </p:txBody>
      </p:sp>
      <p:cxnSp>
        <p:nvCxnSpPr>
          <p:cNvPr id="5" name="Straight Connector 4">
            <a:extLst>
              <a:ext uri="{FF2B5EF4-FFF2-40B4-BE49-F238E27FC236}">
                <a16:creationId xmlns:a16="http://schemas.microsoft.com/office/drawing/2014/main" id="{EC176757-CB72-45AD-388E-1B978A3F8232}"/>
              </a:ext>
            </a:extLst>
          </p:cNvPr>
          <p:cNvCxnSpPr>
            <a:cxnSpLocks/>
          </p:cNvCxnSpPr>
          <p:nvPr/>
        </p:nvCxnSpPr>
        <p:spPr>
          <a:xfrm>
            <a:off x="118870" y="777240"/>
            <a:ext cx="4709160" cy="0"/>
          </a:xfrm>
          <a:prstGeom prst="line">
            <a:avLst/>
          </a:prstGeom>
        </p:spPr>
        <p:style>
          <a:lnRef idx="2">
            <a:schemeClr val="accent3"/>
          </a:lnRef>
          <a:fillRef idx="0">
            <a:schemeClr val="accent3"/>
          </a:fillRef>
          <a:effectRef idx="1">
            <a:schemeClr val="accent3"/>
          </a:effectRef>
          <a:fontRef idx="minor">
            <a:schemeClr val="tx1"/>
          </a:fontRef>
        </p:style>
      </p:cxnSp>
      <p:sp>
        <p:nvSpPr>
          <p:cNvPr id="11" name="Footer Placeholder 10">
            <a:extLst>
              <a:ext uri="{FF2B5EF4-FFF2-40B4-BE49-F238E27FC236}">
                <a16:creationId xmlns:a16="http://schemas.microsoft.com/office/drawing/2014/main" id="{A9E78C1C-868A-BA4A-6AEC-DD4660282098}"/>
              </a:ext>
            </a:extLst>
          </p:cNvPr>
          <p:cNvSpPr>
            <a:spLocks noGrp="1"/>
          </p:cNvSpPr>
          <p:nvPr>
            <p:ph type="ftr" sz="quarter" idx="11"/>
          </p:nvPr>
        </p:nvSpPr>
        <p:spPr/>
        <p:txBody>
          <a:bodyPr/>
          <a:lstStyle/>
          <a:p>
            <a:fld id="{52CDF24C-96DD-4D5F-A199-98D7923F4FD1}" type="slidenum">
              <a:rPr lang="en-GB" smtClean="0"/>
              <a:t>8</a:t>
            </a:fld>
            <a:endParaRPr lang="en-GB" dirty="0"/>
          </a:p>
        </p:txBody>
      </p:sp>
      <p:pic>
        <p:nvPicPr>
          <p:cNvPr id="18" name="Picture 17">
            <a:extLst>
              <a:ext uri="{FF2B5EF4-FFF2-40B4-BE49-F238E27FC236}">
                <a16:creationId xmlns:a16="http://schemas.microsoft.com/office/drawing/2014/main" id="{3F6A5781-85CF-2C60-5B2D-3DCF19425732}"/>
              </a:ext>
            </a:extLst>
          </p:cNvPr>
          <p:cNvPicPr>
            <a:picLocks noChangeAspect="1"/>
          </p:cNvPicPr>
          <p:nvPr/>
        </p:nvPicPr>
        <p:blipFill>
          <a:blip r:embed="rId3"/>
          <a:stretch>
            <a:fillRect/>
          </a:stretch>
        </p:blipFill>
        <p:spPr>
          <a:xfrm>
            <a:off x="113618" y="1755669"/>
            <a:ext cx="5499447" cy="2447902"/>
          </a:xfrm>
          <a:prstGeom prst="rect">
            <a:avLst/>
          </a:prstGeom>
          <a:ln>
            <a:solidFill>
              <a:schemeClr val="tx1"/>
            </a:solidFill>
          </a:ln>
        </p:spPr>
      </p:pic>
      <p:sp>
        <p:nvSpPr>
          <p:cNvPr id="19" name="TextBox 18">
            <a:extLst>
              <a:ext uri="{FF2B5EF4-FFF2-40B4-BE49-F238E27FC236}">
                <a16:creationId xmlns:a16="http://schemas.microsoft.com/office/drawing/2014/main" id="{2AE3CACB-9369-A8DA-FB0F-6CAD77C324A9}"/>
              </a:ext>
            </a:extLst>
          </p:cNvPr>
          <p:cNvSpPr txBox="1"/>
          <p:nvPr/>
        </p:nvSpPr>
        <p:spPr>
          <a:xfrm>
            <a:off x="1629670" y="4203571"/>
            <a:ext cx="2467342" cy="246221"/>
          </a:xfrm>
          <a:prstGeom prst="rect">
            <a:avLst/>
          </a:prstGeom>
          <a:noFill/>
        </p:spPr>
        <p:txBody>
          <a:bodyPr wrap="none" rtlCol="0">
            <a:spAutoFit/>
          </a:bodyPr>
          <a:lstStyle/>
          <a:p>
            <a:r>
              <a:rPr lang="en-GB" sz="1000" i="1" dirty="0">
                <a:solidFill>
                  <a:schemeClr val="bg1">
                    <a:lumMod val="50000"/>
                  </a:schemeClr>
                </a:solidFill>
              </a:rPr>
              <a:t>Form users fill in to submit their induction</a:t>
            </a:r>
          </a:p>
        </p:txBody>
      </p:sp>
      <p:sp>
        <p:nvSpPr>
          <p:cNvPr id="21" name="TextBox 20">
            <a:extLst>
              <a:ext uri="{FF2B5EF4-FFF2-40B4-BE49-F238E27FC236}">
                <a16:creationId xmlns:a16="http://schemas.microsoft.com/office/drawing/2014/main" id="{2E8161F1-351E-572A-C426-8A1962A0BBAB}"/>
              </a:ext>
            </a:extLst>
          </p:cNvPr>
          <p:cNvSpPr txBox="1"/>
          <p:nvPr/>
        </p:nvSpPr>
        <p:spPr>
          <a:xfrm>
            <a:off x="7494795" y="3801533"/>
            <a:ext cx="2805576" cy="246221"/>
          </a:xfrm>
          <a:prstGeom prst="rect">
            <a:avLst/>
          </a:prstGeom>
          <a:noFill/>
        </p:spPr>
        <p:txBody>
          <a:bodyPr wrap="none" rtlCol="0">
            <a:spAutoFit/>
          </a:bodyPr>
          <a:lstStyle/>
          <a:p>
            <a:r>
              <a:rPr lang="en-GB" sz="1000" i="1" dirty="0">
                <a:solidFill>
                  <a:schemeClr val="bg1">
                    <a:lumMod val="50000"/>
                  </a:schemeClr>
                </a:solidFill>
              </a:rPr>
              <a:t>Generated documents stored within SharePoint</a:t>
            </a:r>
          </a:p>
        </p:txBody>
      </p:sp>
    </p:spTree>
    <p:extLst>
      <p:ext uri="{BB962C8B-B14F-4D97-AF65-F5344CB8AC3E}">
        <p14:creationId xmlns:p14="http://schemas.microsoft.com/office/powerpoint/2010/main" val="2858028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0BE39-E420-51F8-D1FD-C89EFCE260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0D43C9-42F5-BC1D-1A2E-0737579D07F0}"/>
              </a:ext>
            </a:extLst>
          </p:cNvPr>
          <p:cNvSpPr>
            <a:spLocks noGrp="1"/>
          </p:cNvSpPr>
          <p:nvPr>
            <p:ph type="title"/>
          </p:nvPr>
        </p:nvSpPr>
        <p:spPr>
          <a:xfrm>
            <a:off x="192024" y="248446"/>
            <a:ext cx="4187952" cy="524031"/>
          </a:xfrm>
        </p:spPr>
        <p:txBody>
          <a:bodyPr>
            <a:noAutofit/>
          </a:bodyPr>
          <a:lstStyle/>
          <a:p>
            <a:r>
              <a:rPr lang="en-GB" sz="2800" dirty="0">
                <a:latin typeface="Avenir Next LT Pro" panose="020B0504020202020204" pitchFamily="34" charset="0"/>
              </a:rPr>
              <a:t>New Office - BEFORE</a:t>
            </a:r>
          </a:p>
        </p:txBody>
      </p:sp>
      <p:cxnSp>
        <p:nvCxnSpPr>
          <p:cNvPr id="5" name="Straight Connector 4">
            <a:extLst>
              <a:ext uri="{FF2B5EF4-FFF2-40B4-BE49-F238E27FC236}">
                <a16:creationId xmlns:a16="http://schemas.microsoft.com/office/drawing/2014/main" id="{CB17D535-F6D3-6F4A-3419-B2C3545DDE97}"/>
              </a:ext>
            </a:extLst>
          </p:cNvPr>
          <p:cNvCxnSpPr>
            <a:cxnSpLocks/>
          </p:cNvCxnSpPr>
          <p:nvPr/>
        </p:nvCxnSpPr>
        <p:spPr>
          <a:xfrm>
            <a:off x="118870" y="777240"/>
            <a:ext cx="4709160" cy="0"/>
          </a:xfrm>
          <a:prstGeom prst="line">
            <a:avLst/>
          </a:prstGeom>
        </p:spPr>
        <p:style>
          <a:lnRef idx="2">
            <a:schemeClr val="accent3"/>
          </a:lnRef>
          <a:fillRef idx="0">
            <a:schemeClr val="accent3"/>
          </a:fillRef>
          <a:effectRef idx="1">
            <a:schemeClr val="accent3"/>
          </a:effectRef>
          <a:fontRef idx="minor">
            <a:schemeClr val="tx1"/>
          </a:fontRef>
        </p:style>
      </p:cxnSp>
      <p:sp>
        <p:nvSpPr>
          <p:cNvPr id="11" name="Footer Placeholder 10">
            <a:extLst>
              <a:ext uri="{FF2B5EF4-FFF2-40B4-BE49-F238E27FC236}">
                <a16:creationId xmlns:a16="http://schemas.microsoft.com/office/drawing/2014/main" id="{034ED8BA-E8AA-5289-78D4-1930589AC892}"/>
              </a:ext>
            </a:extLst>
          </p:cNvPr>
          <p:cNvSpPr>
            <a:spLocks noGrp="1"/>
          </p:cNvSpPr>
          <p:nvPr>
            <p:ph type="ftr" sz="quarter" idx="11"/>
          </p:nvPr>
        </p:nvSpPr>
        <p:spPr/>
        <p:txBody>
          <a:bodyPr/>
          <a:lstStyle/>
          <a:p>
            <a:fld id="{52CDF24C-96DD-4D5F-A199-98D7923F4FD1}" type="slidenum">
              <a:rPr lang="en-GB" smtClean="0"/>
              <a:t>9</a:t>
            </a:fld>
            <a:endParaRPr lang="en-GB" dirty="0"/>
          </a:p>
        </p:txBody>
      </p:sp>
      <p:pic>
        <p:nvPicPr>
          <p:cNvPr id="4" name="Picture 3">
            <a:extLst>
              <a:ext uri="{FF2B5EF4-FFF2-40B4-BE49-F238E27FC236}">
                <a16:creationId xmlns:a16="http://schemas.microsoft.com/office/drawing/2014/main" id="{9E78DED7-7C98-FBD2-AA0F-BCF62E556A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389" y="1828798"/>
            <a:ext cx="5463823" cy="4097867"/>
          </a:xfrm>
          <a:prstGeom prst="rect">
            <a:avLst/>
          </a:prstGeom>
        </p:spPr>
      </p:pic>
      <p:pic>
        <p:nvPicPr>
          <p:cNvPr id="7" name="Picture 6">
            <a:extLst>
              <a:ext uri="{FF2B5EF4-FFF2-40B4-BE49-F238E27FC236}">
                <a16:creationId xmlns:a16="http://schemas.microsoft.com/office/drawing/2014/main" id="{F0371E87-713B-9844-462B-64DC47E20F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6851738" y="2341030"/>
            <a:ext cx="4097868" cy="3073401"/>
          </a:xfrm>
          <a:prstGeom prst="rect">
            <a:avLst/>
          </a:prstGeom>
        </p:spPr>
      </p:pic>
    </p:spTree>
    <p:extLst>
      <p:ext uri="{BB962C8B-B14F-4D97-AF65-F5344CB8AC3E}">
        <p14:creationId xmlns:p14="http://schemas.microsoft.com/office/powerpoint/2010/main" val="2552961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10BA9-164F-40F3-6111-F63FB7C35D8B}"/>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70820553-1D67-193B-F4F0-646A8D6A8F26}"/>
              </a:ext>
            </a:extLst>
          </p:cNvPr>
          <p:cNvPicPr>
            <a:picLocks noChangeAspect="1"/>
          </p:cNvPicPr>
          <p:nvPr/>
        </p:nvPicPr>
        <p:blipFill>
          <a:blip r:embed="rId2">
            <a:extLst>
              <a:ext uri="{28A0092B-C50C-407E-A947-70E740481C1C}">
                <a14:useLocalDpi xmlns:a14="http://schemas.microsoft.com/office/drawing/2010/main" val="0"/>
              </a:ext>
            </a:extLst>
          </a:blip>
          <a:srcRect t="12222" b="13580"/>
          <a:stretch>
            <a:fillRect/>
          </a:stretch>
        </p:blipFill>
        <p:spPr>
          <a:xfrm rot="10800000">
            <a:off x="5808138" y="2849804"/>
            <a:ext cx="6053664" cy="3368751"/>
          </a:xfrm>
          <a:prstGeom prst="rect">
            <a:avLst/>
          </a:prstGeom>
        </p:spPr>
      </p:pic>
      <p:pic>
        <p:nvPicPr>
          <p:cNvPr id="16" name="Picture 15">
            <a:extLst>
              <a:ext uri="{FF2B5EF4-FFF2-40B4-BE49-F238E27FC236}">
                <a16:creationId xmlns:a16="http://schemas.microsoft.com/office/drawing/2014/main" id="{03ACB7DA-C211-C6DE-A40D-DEC8DF1E188B}"/>
              </a:ext>
            </a:extLst>
          </p:cNvPr>
          <p:cNvPicPr>
            <a:picLocks noChangeAspect="1"/>
          </p:cNvPicPr>
          <p:nvPr/>
        </p:nvPicPr>
        <p:blipFill>
          <a:blip r:embed="rId3">
            <a:extLst>
              <a:ext uri="{28A0092B-C50C-407E-A947-70E740481C1C}">
                <a14:useLocalDpi xmlns:a14="http://schemas.microsoft.com/office/drawing/2010/main" val="0"/>
              </a:ext>
            </a:extLst>
          </a:blip>
          <a:srcRect l="28642" t="1934" b="20000"/>
          <a:stretch>
            <a:fillRect/>
          </a:stretch>
        </p:blipFill>
        <p:spPr>
          <a:xfrm rot="5400000">
            <a:off x="176740" y="1764029"/>
            <a:ext cx="4893733" cy="4015319"/>
          </a:xfrm>
          <a:prstGeom prst="rect">
            <a:avLst/>
          </a:prstGeom>
        </p:spPr>
      </p:pic>
      <p:sp>
        <p:nvSpPr>
          <p:cNvPr id="2" name="Title 1">
            <a:extLst>
              <a:ext uri="{FF2B5EF4-FFF2-40B4-BE49-F238E27FC236}">
                <a16:creationId xmlns:a16="http://schemas.microsoft.com/office/drawing/2014/main" id="{ED2E477B-A05D-88C9-49C5-58A4D76879F2}"/>
              </a:ext>
            </a:extLst>
          </p:cNvPr>
          <p:cNvSpPr>
            <a:spLocks noGrp="1"/>
          </p:cNvSpPr>
          <p:nvPr>
            <p:ph type="title"/>
          </p:nvPr>
        </p:nvSpPr>
        <p:spPr>
          <a:xfrm>
            <a:off x="192024" y="248446"/>
            <a:ext cx="4187952" cy="524031"/>
          </a:xfrm>
        </p:spPr>
        <p:txBody>
          <a:bodyPr>
            <a:noAutofit/>
          </a:bodyPr>
          <a:lstStyle/>
          <a:p>
            <a:r>
              <a:rPr lang="en-GB" sz="2800" dirty="0">
                <a:latin typeface="Avenir Next LT Pro" panose="020B0504020202020204" pitchFamily="34" charset="0"/>
              </a:rPr>
              <a:t>New Office - AFTER</a:t>
            </a:r>
          </a:p>
        </p:txBody>
      </p:sp>
      <p:cxnSp>
        <p:nvCxnSpPr>
          <p:cNvPr id="5" name="Straight Connector 4">
            <a:extLst>
              <a:ext uri="{FF2B5EF4-FFF2-40B4-BE49-F238E27FC236}">
                <a16:creationId xmlns:a16="http://schemas.microsoft.com/office/drawing/2014/main" id="{BB4A103B-F113-FC53-BB0A-B905C8E25C73}"/>
              </a:ext>
            </a:extLst>
          </p:cNvPr>
          <p:cNvCxnSpPr>
            <a:cxnSpLocks/>
          </p:cNvCxnSpPr>
          <p:nvPr/>
        </p:nvCxnSpPr>
        <p:spPr>
          <a:xfrm>
            <a:off x="118870" y="777240"/>
            <a:ext cx="4709160" cy="0"/>
          </a:xfrm>
          <a:prstGeom prst="line">
            <a:avLst/>
          </a:prstGeom>
        </p:spPr>
        <p:style>
          <a:lnRef idx="2">
            <a:schemeClr val="accent3"/>
          </a:lnRef>
          <a:fillRef idx="0">
            <a:schemeClr val="accent3"/>
          </a:fillRef>
          <a:effectRef idx="1">
            <a:schemeClr val="accent3"/>
          </a:effectRef>
          <a:fontRef idx="minor">
            <a:schemeClr val="tx1"/>
          </a:fontRef>
        </p:style>
      </p:cxnSp>
      <p:sp>
        <p:nvSpPr>
          <p:cNvPr id="11" name="Footer Placeholder 10">
            <a:extLst>
              <a:ext uri="{FF2B5EF4-FFF2-40B4-BE49-F238E27FC236}">
                <a16:creationId xmlns:a16="http://schemas.microsoft.com/office/drawing/2014/main" id="{1567AC7C-C548-E874-A537-059F4AE58B05}"/>
              </a:ext>
            </a:extLst>
          </p:cNvPr>
          <p:cNvSpPr>
            <a:spLocks noGrp="1"/>
          </p:cNvSpPr>
          <p:nvPr>
            <p:ph type="ftr" sz="quarter" idx="11"/>
          </p:nvPr>
        </p:nvSpPr>
        <p:spPr/>
        <p:txBody>
          <a:bodyPr/>
          <a:lstStyle/>
          <a:p>
            <a:fld id="{52CDF24C-96DD-4D5F-A199-98D7923F4FD1}" type="slidenum">
              <a:rPr lang="en-GB" smtClean="0"/>
              <a:t>10</a:t>
            </a:fld>
            <a:endParaRPr lang="en-GB" dirty="0"/>
          </a:p>
        </p:txBody>
      </p:sp>
      <p:pic>
        <p:nvPicPr>
          <p:cNvPr id="21" name="Picture 20">
            <a:extLst>
              <a:ext uri="{FF2B5EF4-FFF2-40B4-BE49-F238E27FC236}">
                <a16:creationId xmlns:a16="http://schemas.microsoft.com/office/drawing/2014/main" id="{99BBEAB0-F77B-24E4-94EC-702BF910BE77}"/>
              </a:ext>
            </a:extLst>
          </p:cNvPr>
          <p:cNvPicPr>
            <a:picLocks noChangeAspect="1"/>
          </p:cNvPicPr>
          <p:nvPr/>
        </p:nvPicPr>
        <p:blipFill>
          <a:blip r:embed="rId4">
            <a:extLst>
              <a:ext uri="{28A0092B-C50C-407E-A947-70E740481C1C}">
                <a14:useLocalDpi xmlns:a14="http://schemas.microsoft.com/office/drawing/2010/main" val="0"/>
              </a:ext>
            </a:extLst>
          </a:blip>
          <a:srcRect t="43671" b="24929"/>
          <a:stretch>
            <a:fillRect/>
          </a:stretch>
        </p:blipFill>
        <p:spPr>
          <a:xfrm>
            <a:off x="5808138" y="1286387"/>
            <a:ext cx="6053664" cy="1425623"/>
          </a:xfrm>
          <a:prstGeom prst="rect">
            <a:avLst/>
          </a:prstGeom>
        </p:spPr>
      </p:pic>
    </p:spTree>
    <p:extLst>
      <p:ext uri="{BB962C8B-B14F-4D97-AF65-F5344CB8AC3E}">
        <p14:creationId xmlns:p14="http://schemas.microsoft.com/office/powerpoint/2010/main" val="1607338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16455-276B-9F7A-C02E-91C747CDFBC1}"/>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F7E35D0C-CE5E-3FEE-43BC-9947DA0411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2330" y="248446"/>
            <a:ext cx="5866336" cy="4399752"/>
          </a:xfrm>
          <a:prstGeom prst="rect">
            <a:avLst/>
          </a:prstGeom>
        </p:spPr>
      </p:pic>
      <p:pic>
        <p:nvPicPr>
          <p:cNvPr id="20" name="Picture 19">
            <a:extLst>
              <a:ext uri="{FF2B5EF4-FFF2-40B4-BE49-F238E27FC236}">
                <a16:creationId xmlns:a16="http://schemas.microsoft.com/office/drawing/2014/main" id="{E354F2F9-3A25-1928-0D5C-03021549709E}"/>
              </a:ext>
            </a:extLst>
          </p:cNvPr>
          <p:cNvPicPr>
            <a:picLocks noChangeAspect="1"/>
          </p:cNvPicPr>
          <p:nvPr/>
        </p:nvPicPr>
        <p:blipFill>
          <a:blip r:embed="rId3">
            <a:extLst>
              <a:ext uri="{28A0092B-C50C-407E-A947-70E740481C1C}">
                <a14:useLocalDpi xmlns:a14="http://schemas.microsoft.com/office/drawing/2010/main" val="0"/>
              </a:ext>
            </a:extLst>
          </a:blip>
          <a:srcRect l="9247" t="33562" r="4238" b="6164"/>
          <a:stretch>
            <a:fillRect/>
          </a:stretch>
        </p:blipFill>
        <p:spPr>
          <a:xfrm>
            <a:off x="192024" y="3439058"/>
            <a:ext cx="5530530" cy="2889775"/>
          </a:xfrm>
          <a:prstGeom prst="rect">
            <a:avLst/>
          </a:prstGeom>
        </p:spPr>
      </p:pic>
      <p:sp>
        <p:nvSpPr>
          <p:cNvPr id="2" name="Title 1">
            <a:extLst>
              <a:ext uri="{FF2B5EF4-FFF2-40B4-BE49-F238E27FC236}">
                <a16:creationId xmlns:a16="http://schemas.microsoft.com/office/drawing/2014/main" id="{ACFDEE29-5593-5008-4FD3-337EF38A5C86}"/>
              </a:ext>
            </a:extLst>
          </p:cNvPr>
          <p:cNvSpPr>
            <a:spLocks noGrp="1"/>
          </p:cNvSpPr>
          <p:nvPr>
            <p:ph type="title"/>
          </p:nvPr>
        </p:nvSpPr>
        <p:spPr>
          <a:xfrm>
            <a:off x="192024" y="248446"/>
            <a:ext cx="4187952" cy="524031"/>
          </a:xfrm>
        </p:spPr>
        <p:txBody>
          <a:bodyPr>
            <a:noAutofit/>
          </a:bodyPr>
          <a:lstStyle/>
          <a:p>
            <a:r>
              <a:rPr lang="en-GB" sz="2800" dirty="0">
                <a:latin typeface="Avenir Next LT Pro" panose="020B0504020202020204" pitchFamily="34" charset="0"/>
              </a:rPr>
              <a:t>New Office - AFTER</a:t>
            </a:r>
          </a:p>
        </p:txBody>
      </p:sp>
      <p:cxnSp>
        <p:nvCxnSpPr>
          <p:cNvPr id="5" name="Straight Connector 4">
            <a:extLst>
              <a:ext uri="{FF2B5EF4-FFF2-40B4-BE49-F238E27FC236}">
                <a16:creationId xmlns:a16="http://schemas.microsoft.com/office/drawing/2014/main" id="{7A8B9077-2651-180A-8BB1-4192848A7712}"/>
              </a:ext>
            </a:extLst>
          </p:cNvPr>
          <p:cNvCxnSpPr>
            <a:cxnSpLocks/>
          </p:cNvCxnSpPr>
          <p:nvPr/>
        </p:nvCxnSpPr>
        <p:spPr>
          <a:xfrm>
            <a:off x="118870" y="777240"/>
            <a:ext cx="4709160" cy="0"/>
          </a:xfrm>
          <a:prstGeom prst="line">
            <a:avLst/>
          </a:prstGeom>
        </p:spPr>
        <p:style>
          <a:lnRef idx="2">
            <a:schemeClr val="accent3"/>
          </a:lnRef>
          <a:fillRef idx="0">
            <a:schemeClr val="accent3"/>
          </a:fillRef>
          <a:effectRef idx="1">
            <a:schemeClr val="accent3"/>
          </a:effectRef>
          <a:fontRef idx="minor">
            <a:schemeClr val="tx1"/>
          </a:fontRef>
        </p:style>
      </p:cxnSp>
      <p:sp>
        <p:nvSpPr>
          <p:cNvPr id="11" name="Footer Placeholder 10">
            <a:extLst>
              <a:ext uri="{FF2B5EF4-FFF2-40B4-BE49-F238E27FC236}">
                <a16:creationId xmlns:a16="http://schemas.microsoft.com/office/drawing/2014/main" id="{442A6506-5AF9-3E47-883B-A84187EAC87C}"/>
              </a:ext>
            </a:extLst>
          </p:cNvPr>
          <p:cNvSpPr>
            <a:spLocks noGrp="1"/>
          </p:cNvSpPr>
          <p:nvPr>
            <p:ph type="ftr" sz="quarter" idx="11"/>
          </p:nvPr>
        </p:nvSpPr>
        <p:spPr/>
        <p:txBody>
          <a:bodyPr/>
          <a:lstStyle/>
          <a:p>
            <a:fld id="{52CDF24C-96DD-4D5F-A199-98D7923F4FD1}" type="slidenum">
              <a:rPr lang="en-GB" smtClean="0"/>
              <a:t>11</a:t>
            </a:fld>
            <a:endParaRPr lang="en-GB" dirty="0"/>
          </a:p>
        </p:txBody>
      </p:sp>
    </p:spTree>
    <p:extLst>
      <p:ext uri="{BB962C8B-B14F-4D97-AF65-F5344CB8AC3E}">
        <p14:creationId xmlns:p14="http://schemas.microsoft.com/office/powerpoint/2010/main" val="1787758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4876B-2388-72DE-C7E1-E9617AF5B8D0}"/>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5A9450C-4D3C-80A6-7AD9-F515CE07B13F}"/>
              </a:ext>
            </a:extLst>
          </p:cNvPr>
          <p:cNvSpPr>
            <a:spLocks noGrp="1"/>
          </p:cNvSpPr>
          <p:nvPr>
            <p:ph idx="1"/>
          </p:nvPr>
        </p:nvSpPr>
        <p:spPr/>
        <p:txBody>
          <a:bodyPr>
            <a:normAutofit/>
          </a:bodyPr>
          <a:lstStyle/>
          <a:p>
            <a:r>
              <a:rPr lang="en-GB" sz="2000" dirty="0">
                <a:latin typeface="Avenir Next LT Pro" panose="020B0504020202020204" pitchFamily="34" charset="0"/>
              </a:rPr>
              <a:t>Overall, I have found this placement very useful to me, as I’ve been able to enhance my skills as a software developer by deploying a self-coded application and publishing it into a business environment. Alongside this I’ve also gained crucial communication skills, as I’ve worked with a diverse range of people during my placement time (both senior and non-senior)</a:t>
            </a:r>
          </a:p>
          <a:p>
            <a:endParaRPr lang="en-GB" sz="2000" dirty="0">
              <a:latin typeface="Avenir Next LT Pro" panose="020B0504020202020204" pitchFamily="34" charset="0"/>
            </a:endParaRPr>
          </a:p>
          <a:p>
            <a:r>
              <a:rPr lang="en-GB" sz="2000" dirty="0">
                <a:latin typeface="Avenir Next LT Pro" panose="020B0504020202020204" pitchFamily="34" charset="0"/>
              </a:rPr>
              <a:t>Currently I’m still employed with Scanmetals UK, and will be up until mid August, and I plan to provide as much support to the company as possible.</a:t>
            </a:r>
          </a:p>
        </p:txBody>
      </p:sp>
      <p:sp>
        <p:nvSpPr>
          <p:cNvPr id="2" name="Title 1">
            <a:extLst>
              <a:ext uri="{FF2B5EF4-FFF2-40B4-BE49-F238E27FC236}">
                <a16:creationId xmlns:a16="http://schemas.microsoft.com/office/drawing/2014/main" id="{F5D80258-E36A-9115-BBA6-E74FB3F7EA1A}"/>
              </a:ext>
            </a:extLst>
          </p:cNvPr>
          <p:cNvSpPr>
            <a:spLocks noGrp="1"/>
          </p:cNvSpPr>
          <p:nvPr>
            <p:ph type="title"/>
          </p:nvPr>
        </p:nvSpPr>
        <p:spPr>
          <a:xfrm>
            <a:off x="192024" y="248446"/>
            <a:ext cx="4187952" cy="524031"/>
          </a:xfrm>
        </p:spPr>
        <p:txBody>
          <a:bodyPr>
            <a:noAutofit/>
          </a:bodyPr>
          <a:lstStyle/>
          <a:p>
            <a:r>
              <a:rPr lang="en-GB" sz="2800" dirty="0">
                <a:latin typeface="Avenir Next LT Pro" panose="020B0504020202020204" pitchFamily="34" charset="0"/>
              </a:rPr>
              <a:t>Conclusion</a:t>
            </a:r>
          </a:p>
        </p:txBody>
      </p:sp>
      <p:cxnSp>
        <p:nvCxnSpPr>
          <p:cNvPr id="5" name="Straight Connector 4">
            <a:extLst>
              <a:ext uri="{FF2B5EF4-FFF2-40B4-BE49-F238E27FC236}">
                <a16:creationId xmlns:a16="http://schemas.microsoft.com/office/drawing/2014/main" id="{E2871B21-62AE-675B-5392-3FC9E870612A}"/>
              </a:ext>
            </a:extLst>
          </p:cNvPr>
          <p:cNvCxnSpPr>
            <a:cxnSpLocks/>
          </p:cNvCxnSpPr>
          <p:nvPr/>
        </p:nvCxnSpPr>
        <p:spPr>
          <a:xfrm>
            <a:off x="118870" y="777240"/>
            <a:ext cx="4709160" cy="0"/>
          </a:xfrm>
          <a:prstGeom prst="line">
            <a:avLst/>
          </a:prstGeom>
        </p:spPr>
        <p:style>
          <a:lnRef idx="2">
            <a:schemeClr val="accent3"/>
          </a:lnRef>
          <a:fillRef idx="0">
            <a:schemeClr val="accent3"/>
          </a:fillRef>
          <a:effectRef idx="1">
            <a:schemeClr val="accent3"/>
          </a:effectRef>
          <a:fontRef idx="minor">
            <a:schemeClr val="tx1"/>
          </a:fontRef>
        </p:style>
      </p:cxnSp>
      <p:sp>
        <p:nvSpPr>
          <p:cNvPr id="11" name="Footer Placeholder 10">
            <a:extLst>
              <a:ext uri="{FF2B5EF4-FFF2-40B4-BE49-F238E27FC236}">
                <a16:creationId xmlns:a16="http://schemas.microsoft.com/office/drawing/2014/main" id="{037F5762-7C52-98CC-E70E-2B6A5BC67CD5}"/>
              </a:ext>
            </a:extLst>
          </p:cNvPr>
          <p:cNvSpPr>
            <a:spLocks noGrp="1"/>
          </p:cNvSpPr>
          <p:nvPr>
            <p:ph type="ftr" sz="quarter" idx="11"/>
          </p:nvPr>
        </p:nvSpPr>
        <p:spPr/>
        <p:txBody>
          <a:bodyPr/>
          <a:lstStyle/>
          <a:p>
            <a:fld id="{52CDF24C-96DD-4D5F-A199-98D7923F4FD1}" type="slidenum">
              <a:rPr lang="en-GB" smtClean="0"/>
              <a:t>12</a:t>
            </a:fld>
            <a:endParaRPr lang="en-GB" dirty="0"/>
          </a:p>
        </p:txBody>
      </p:sp>
    </p:spTree>
    <p:extLst>
      <p:ext uri="{BB962C8B-B14F-4D97-AF65-F5344CB8AC3E}">
        <p14:creationId xmlns:p14="http://schemas.microsoft.com/office/powerpoint/2010/main" val="10687180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5F298D7132513488E8CA78C152349F9" ma:contentTypeVersion="16" ma:contentTypeDescription="Create a new document." ma:contentTypeScope="" ma:versionID="95f23b85697f6cf5cf2dd0fce35ece31">
  <xsd:schema xmlns:xsd="http://www.w3.org/2001/XMLSchema" xmlns:xs="http://www.w3.org/2001/XMLSchema" xmlns:p="http://schemas.microsoft.com/office/2006/metadata/properties" xmlns:ns2="6b7acb96-075e-43e6-b871-471bb67fcae2" xmlns:ns3="1945fa23-1cac-4524-bbb3-29bb3faf5d2b" targetNamespace="http://schemas.microsoft.com/office/2006/metadata/properties" ma:root="true" ma:fieldsID="ae470142fc3448c9093996c3cc3ce05c" ns2:_="" ns3:_="">
    <xsd:import namespace="6b7acb96-075e-43e6-b871-471bb67fcae2"/>
    <xsd:import namespace="1945fa23-1cac-4524-bbb3-29bb3faf5d2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Note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7acb96-075e-43e6-b871-471bb67fca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s" ma:index="12" nillable="true" ma:displayName="Notes" ma:format="Dropdown" ma:internalName="Notes">
      <xsd:simpleType>
        <xsd:restriction base="dms:Note">
          <xsd:maxLength value="255"/>
        </xsd:restriction>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c1d4043-3f65-40b7-8fa9-24807c0ef006" ma:termSetId="09814cd3-568e-fe90-9814-8d621ff8fb84" ma:anchorId="fba54fb3-c3e1-fe81-a776-ca4b69148c4d" ma:open="true" ma:isKeyword="false">
      <xsd:complexType>
        <xsd:sequence>
          <xsd:element ref="pc:Terms" minOccurs="0" maxOccurs="1"/>
        </xsd:sequence>
      </xsd:complexType>
    </xsd:element>
    <xsd:element name="MediaServiceLocation" ma:index="21" nillable="true" ma:displayName="Location" ma:indexed="true" ma:internalName="MediaServiceLocation"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945fa23-1cac-4524-bbb3-29bb3faf5d2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77df209d-55ec-4891-8cbc-887e3702b32e}" ma:internalName="TaxCatchAll" ma:showField="CatchAllData" ma:web="1945fa23-1cac-4524-bbb3-29bb3faf5d2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Notes xmlns="6b7acb96-075e-43e6-b871-471bb67fcae2" xsi:nil="true"/>
    <TaxCatchAll xmlns="1945fa23-1cac-4524-bbb3-29bb3faf5d2b" xsi:nil="true"/>
    <lcf76f155ced4ddcb4097134ff3c332f xmlns="6b7acb96-075e-43e6-b871-471bb67fcae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6F8FFF7-2CED-4EE7-8BE7-9278AF993FBA}">
  <ds:schemaRefs>
    <ds:schemaRef ds:uri="http://schemas.microsoft.com/sharepoint/v3/contenttype/forms"/>
  </ds:schemaRefs>
</ds:datastoreItem>
</file>

<file path=customXml/itemProps2.xml><?xml version="1.0" encoding="utf-8"?>
<ds:datastoreItem xmlns:ds="http://schemas.openxmlformats.org/officeDocument/2006/customXml" ds:itemID="{7635D90C-2B09-45B8-BA0F-950709AD9B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7acb96-075e-43e6-b871-471bb67fcae2"/>
    <ds:schemaRef ds:uri="1945fa23-1cac-4524-bbb3-29bb3faf5d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86EC79E-6DB4-48BB-A1B7-E4099BCE6828}">
  <ds:schemaRefs>
    <ds:schemaRef ds:uri="http://schemas.microsoft.com/office/2006/metadata/properties"/>
    <ds:schemaRef ds:uri="http://schemas.microsoft.com/office/infopath/2007/PartnerControls"/>
    <ds:schemaRef ds:uri="6b7acb96-075e-43e6-b871-471bb67fcae2"/>
    <ds:schemaRef ds:uri="1945fa23-1cac-4524-bbb3-29bb3faf5d2b"/>
  </ds:schemaRefs>
</ds:datastoreItem>
</file>

<file path=docProps/app.xml><?xml version="1.0" encoding="utf-8"?>
<Properties xmlns="http://schemas.openxmlformats.org/officeDocument/2006/extended-properties" xmlns:vt="http://schemas.openxmlformats.org/officeDocument/2006/docPropsVTypes">
  <TotalTime>0</TotalTime>
  <Words>913</Words>
  <Application>Microsoft Office PowerPoint</Application>
  <PresentationFormat>Widescreen</PresentationFormat>
  <Paragraphs>82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Avenir Next LT Pro</vt:lpstr>
      <vt:lpstr>Office Theme</vt:lpstr>
      <vt:lpstr>PowerPoint Presentation</vt:lpstr>
      <vt:lpstr>Placement Background</vt:lpstr>
      <vt:lpstr>Placement Background</vt:lpstr>
      <vt:lpstr>Roles &amp; Responsibilities</vt:lpstr>
      <vt:lpstr>IT Ticketing System</vt:lpstr>
      <vt:lpstr>Key Challenges</vt:lpstr>
      <vt:lpstr>Key Achievements</vt:lpstr>
      <vt:lpstr>General Site Induction</vt:lpstr>
      <vt:lpstr>New Office - BEFORE</vt:lpstr>
      <vt:lpstr>New Office - AFTER</vt:lpstr>
      <vt:lpstr>New Office - AFTER</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Kacper Popis</dc:creator>
  <cp:lastModifiedBy>Kacper Popis</cp:lastModifiedBy>
  <cp:revision>1</cp:revision>
  <dcterms:created xsi:type="dcterms:W3CDTF">2026-05-20T05:44:24Z</dcterms:created>
  <dcterms:modified xsi:type="dcterms:W3CDTF">2026-05-21T08:57:12Z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0x01010095F298D7132513488E8CA78C152349F9</vt:lpwstr>
  </property>
  <property fmtid="{D5CDD505-2E9C-101B-9397-08002B2CF9AE}" pid="3" name="MediaServiceImageTags">
    <vt:lpwstr/>
  </property>
</Properties>
</file>